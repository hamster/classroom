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4"/>
  </p:notesMasterIdLst>
  <p:sldIdLst>
    <p:sldId id="256" r:id="rId2"/>
    <p:sldId id="259" r:id="rId3"/>
    <p:sldId id="316" r:id="rId4"/>
    <p:sldId id="261" r:id="rId5"/>
    <p:sldId id="311" r:id="rId6"/>
    <p:sldId id="312" r:id="rId7"/>
    <p:sldId id="313" r:id="rId8"/>
    <p:sldId id="314" r:id="rId9"/>
    <p:sldId id="315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38" r:id="rId18"/>
    <p:sldId id="324" r:id="rId19"/>
    <p:sldId id="325" r:id="rId20"/>
    <p:sldId id="337" r:id="rId21"/>
    <p:sldId id="326" r:id="rId22"/>
    <p:sldId id="327" r:id="rId23"/>
    <p:sldId id="328" r:id="rId24"/>
    <p:sldId id="329" r:id="rId25"/>
    <p:sldId id="330" r:id="rId26"/>
    <p:sldId id="332" r:id="rId27"/>
    <p:sldId id="331" r:id="rId28"/>
    <p:sldId id="334" r:id="rId29"/>
    <p:sldId id="333" r:id="rId30"/>
    <p:sldId id="335" r:id="rId31"/>
    <p:sldId id="336" r:id="rId32"/>
    <p:sldId id="339" r:id="rId33"/>
  </p:sldIdLst>
  <p:sldSz cx="9144000" cy="5143500" type="screen16x9"/>
  <p:notesSz cx="6858000" cy="9144000"/>
  <p:embeddedFontLst>
    <p:embeddedFont>
      <p:font typeface="Golos Text" panose="020B0604020202020204" charset="0"/>
      <p:regular r:id="rId35"/>
      <p:bold r:id="rId36"/>
    </p:embeddedFont>
    <p:embeddedFont>
      <p:font typeface="Roboto Mono" panose="00000009000000000000" pitchFamily="49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7DF986-710C-493D-90F2-7DE87ED31A8C}">
  <a:tblStyle styleId="{9E7DF986-710C-493D-90F2-7DE87ED31A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1052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4">
          <a:extLst>
            <a:ext uri="{FF2B5EF4-FFF2-40B4-BE49-F238E27FC236}">
              <a16:creationId xmlns:a16="http://schemas.microsoft.com/office/drawing/2014/main" id="{D723F16E-320B-0673-672A-167EED5A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g1e5b002f6bd_0_1820:notes">
            <a:extLst>
              <a:ext uri="{FF2B5EF4-FFF2-40B4-BE49-F238E27FC236}">
                <a16:creationId xmlns:a16="http://schemas.microsoft.com/office/drawing/2014/main" id="{AAD0E708-AC22-E138-F14E-B2A7092813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1e5b002f6bd_0_1820:notes">
            <a:extLst>
              <a:ext uri="{FF2B5EF4-FFF2-40B4-BE49-F238E27FC236}">
                <a16:creationId xmlns:a16="http://schemas.microsoft.com/office/drawing/2014/main" id="{ADF5398A-E425-50E0-3103-98EA30956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298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C5E3D4A9-BFD1-0447-B747-4303C2D9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5ADDF837-14C5-9286-7632-2A13ED401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9A65F289-5531-66DB-CAFB-92A4C7DBD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724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FB14F3C1-2215-8026-CE30-AEB3A29E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8EA729C3-770E-53BC-D5F0-C1696D5C7D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E416DF8E-2562-A0E1-BE62-ACA392DDC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491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2333B6AC-C2F1-DE26-4967-92C0109EC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CEFFACCC-2259-22E0-08DA-E610EC9781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233CD9BA-9D69-B60D-9AA3-B2DB67D5B4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5438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CC0117EE-4089-3F34-9F1F-15FC7A165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76CFDA36-5EB9-AAB1-D4AA-1FD636ED44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8B2DD095-100A-12B9-83DF-D557EC2703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293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32E1A60D-65C2-55CE-020C-FC22B44C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D8B94E76-2094-38AB-626C-05E520E0A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DD4D3B46-2B76-86F2-D93F-68EAC1816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733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4">
          <a:extLst>
            <a:ext uri="{FF2B5EF4-FFF2-40B4-BE49-F238E27FC236}">
              <a16:creationId xmlns:a16="http://schemas.microsoft.com/office/drawing/2014/main" id="{0B28CDBF-7BA0-7F37-C639-1AE5DD419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g1e5b002f6bd_0_1820:notes">
            <a:extLst>
              <a:ext uri="{FF2B5EF4-FFF2-40B4-BE49-F238E27FC236}">
                <a16:creationId xmlns:a16="http://schemas.microsoft.com/office/drawing/2014/main" id="{D0D957DF-47FA-2D65-D3C1-440C796F0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1e5b002f6bd_0_1820:notes">
            <a:extLst>
              <a:ext uri="{FF2B5EF4-FFF2-40B4-BE49-F238E27FC236}">
                <a16:creationId xmlns:a16="http://schemas.microsoft.com/office/drawing/2014/main" id="{14408F23-1E10-0C88-9B15-ED819831B7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056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6A273963-39AF-3746-FEFB-BE033A6B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BFA5F479-70AE-2D6E-0FF4-FBE86F837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EB969321-18DE-F516-907A-713605426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28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CDCD370D-E629-F446-FEDE-08CDC7A0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FB906435-86F0-5FDC-1498-3B8F13774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74EAE312-E36B-46D8-7C3B-5506CE5DB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484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D945C980-9129-408E-59AA-180C084F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FCD59311-EB49-2B61-BC4E-7D27B0CF2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7FCCAF6C-4F11-8DDD-A605-75217DF48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1685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69C16F69-30C2-6051-6E16-4A731181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A1FB0D7A-B8E4-64A0-D477-963B8794C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103740D1-7517-3EF7-06F7-88F0B1950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755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AC7BADD4-E789-CCD7-9AC2-E9E9AB5F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92F6006B-9F5D-C1EF-3C9A-B21CF1213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4B9CE236-D948-56F5-5B35-DC20193661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524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CB332376-EB74-DD31-5935-9E825F47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E96A1518-ED78-52D8-1C8F-699E0B622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257E94C5-FCE5-CF04-574D-53347579E1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349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4">
          <a:extLst>
            <a:ext uri="{FF2B5EF4-FFF2-40B4-BE49-F238E27FC236}">
              <a16:creationId xmlns:a16="http://schemas.microsoft.com/office/drawing/2014/main" id="{C58800CC-A870-3F28-3042-3B53C257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g1e5b002f6bd_0_1820:notes">
            <a:extLst>
              <a:ext uri="{FF2B5EF4-FFF2-40B4-BE49-F238E27FC236}">
                <a16:creationId xmlns:a16="http://schemas.microsoft.com/office/drawing/2014/main" id="{AE673EBA-0323-A499-9590-4996F239C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1e5b002f6bd_0_1820:notes">
            <a:extLst>
              <a:ext uri="{FF2B5EF4-FFF2-40B4-BE49-F238E27FC236}">
                <a16:creationId xmlns:a16="http://schemas.microsoft.com/office/drawing/2014/main" id="{3C91BE5A-B494-D687-7A85-580D1A9C8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13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F38FE7ED-6626-6DFA-9A07-C4EF36B5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8F7BF599-501D-0BF6-771C-3599C36D5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40BD29F1-52E3-7D05-47FB-F69631503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837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B7CB2C59-EC27-90CE-A175-BF766165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F60C2459-3AC1-757A-5CC5-C71CA7A8AB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232D5E09-C74B-80C1-B494-1EBC11E68D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390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7FB714E0-B4F9-443D-5697-ACC81B19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32E845B0-0AA2-5CA5-CAED-B8575385F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5DF3301A-4DBB-4C75-1638-E5EE0A200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809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B1E2E625-B967-7CA6-5CC7-6E5F9147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1463F90A-E81C-F337-1C6E-17CDF5469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3593DD8C-3A93-CC5E-66FA-C5C72AAFA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8836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4">
          <a:extLst>
            <a:ext uri="{FF2B5EF4-FFF2-40B4-BE49-F238E27FC236}">
              <a16:creationId xmlns:a16="http://schemas.microsoft.com/office/drawing/2014/main" id="{50D1C679-2870-D275-EC66-7679AD55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g1e5b002f6bd_0_1820:notes">
            <a:extLst>
              <a:ext uri="{FF2B5EF4-FFF2-40B4-BE49-F238E27FC236}">
                <a16:creationId xmlns:a16="http://schemas.microsoft.com/office/drawing/2014/main" id="{9DB393F1-7470-3413-8308-A4828B0AB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1e5b002f6bd_0_1820:notes">
            <a:extLst>
              <a:ext uri="{FF2B5EF4-FFF2-40B4-BE49-F238E27FC236}">
                <a16:creationId xmlns:a16="http://schemas.microsoft.com/office/drawing/2014/main" id="{D0AF8D32-F033-EA6B-3C9E-0505978DE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514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86F2B7E1-A748-BFCB-BA50-B2394E14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64238597-FBCB-9087-3836-2C522E9DE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A670B3EA-07FF-4FF3-5F86-81E38D923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267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01087E19-86E2-E6D3-B1E9-1EFA37E7D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94608DA3-ED22-D5C3-27F8-4463F2E442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705E327B-7531-77B2-5D82-A37B8833B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89794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972B3517-FB27-E289-F89F-5DFF3AFC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5F6AEA45-C25B-4D3C-AE78-12EA1C1C5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3452ABD6-C52D-B617-C7F2-123DA46907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3910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4240AC5C-DADC-3EE3-9837-87B5757E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111AF1C9-AC8F-AA41-B98E-EA263DB7D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B3256BBF-51EB-263B-AEE3-57EB6710BA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4228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90E75CFC-D0B4-6183-CAC5-D21C59FD4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B0BB4093-DEE9-31DB-E436-C3EDEE9A7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8EACE43E-84EC-3B8E-9F9B-BD499069E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4031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4">
          <a:extLst>
            <a:ext uri="{FF2B5EF4-FFF2-40B4-BE49-F238E27FC236}">
              <a16:creationId xmlns:a16="http://schemas.microsoft.com/office/drawing/2014/main" id="{F8408991-AB62-E7BB-3B8D-A37E1C28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g1e5b002f6bd_0_1820:notes">
            <a:extLst>
              <a:ext uri="{FF2B5EF4-FFF2-40B4-BE49-F238E27FC236}">
                <a16:creationId xmlns:a16="http://schemas.microsoft.com/office/drawing/2014/main" id="{9638E674-FA9B-BDC9-55D9-EF53AF3CE3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1e5b002f6bd_0_1820:notes">
            <a:extLst>
              <a:ext uri="{FF2B5EF4-FFF2-40B4-BE49-F238E27FC236}">
                <a16:creationId xmlns:a16="http://schemas.microsoft.com/office/drawing/2014/main" id="{514759C7-907F-4ABE-BE59-E0364EAE9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29941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E14A3416-80E6-5B0F-144F-D4C486211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4101FE64-C221-9BAD-AED1-18FA29040A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7C28EED1-5DA2-C90B-B3C8-F08B9D3C7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76144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BBEAB192-AEE6-B6D4-53CF-B5F2F121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3EA63A64-4569-4478-40CE-AE2375853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E9EBA740-5A7E-DB76-0C0B-D14FDD055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3391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8">
          <a:extLst>
            <a:ext uri="{FF2B5EF4-FFF2-40B4-BE49-F238E27FC236}">
              <a16:creationId xmlns:a16="http://schemas.microsoft.com/office/drawing/2014/main" id="{6B6A0233-69A5-7987-B489-3BCCF575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>
            <a:extLst>
              <a:ext uri="{FF2B5EF4-FFF2-40B4-BE49-F238E27FC236}">
                <a16:creationId xmlns:a16="http://schemas.microsoft.com/office/drawing/2014/main" id="{78E1E47F-6BBA-AF10-8057-E019ACFE0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>
            <a:extLst>
              <a:ext uri="{FF2B5EF4-FFF2-40B4-BE49-F238E27FC236}">
                <a16:creationId xmlns:a16="http://schemas.microsoft.com/office/drawing/2014/main" id="{04D1339B-C816-121F-4F85-5EC358363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4495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4">
          <a:extLst>
            <a:ext uri="{FF2B5EF4-FFF2-40B4-BE49-F238E27FC236}">
              <a16:creationId xmlns:a16="http://schemas.microsoft.com/office/drawing/2014/main" id="{4CDC887F-F83B-B12B-C9AF-8F41B9ACA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g1e5b002f6bd_0_1820:notes">
            <a:extLst>
              <a:ext uri="{FF2B5EF4-FFF2-40B4-BE49-F238E27FC236}">
                <a16:creationId xmlns:a16="http://schemas.microsoft.com/office/drawing/2014/main" id="{4C3F81D7-66A3-EABA-1586-C815307FB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1e5b002f6bd_0_1820:notes">
            <a:extLst>
              <a:ext uri="{FF2B5EF4-FFF2-40B4-BE49-F238E27FC236}">
                <a16:creationId xmlns:a16="http://schemas.microsoft.com/office/drawing/2014/main" id="{95DD58ED-D0A5-0298-97A3-26DD2F7AC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212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606650"/>
            <a:ext cx="5102700" cy="193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907400"/>
            <a:ext cx="2614800" cy="6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100325" y="87310"/>
            <a:ext cx="8943350" cy="4933531"/>
            <a:chOff x="100325" y="87310"/>
            <a:chExt cx="8943350" cy="493353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100325" y="87310"/>
              <a:ext cx="3878450" cy="1094740"/>
              <a:chOff x="100325" y="87310"/>
              <a:chExt cx="3878450" cy="1094740"/>
            </a:xfrm>
          </p:grpSpPr>
          <p:grpSp>
            <p:nvGrpSpPr>
              <p:cNvPr id="14" name="Google Shape;14;p2"/>
              <p:cNvGrpSpPr/>
              <p:nvPr/>
            </p:nvGrpSpPr>
            <p:grpSpPr>
              <a:xfrm>
                <a:off x="2539675" y="122850"/>
                <a:ext cx="1439100" cy="504550"/>
                <a:chOff x="2539675" y="122850"/>
                <a:chExt cx="1439100" cy="504550"/>
              </a:xfrm>
            </p:grpSpPr>
            <p:sp>
              <p:nvSpPr>
                <p:cNvPr id="15" name="Google Shape;15;p2"/>
                <p:cNvSpPr/>
                <p:nvPr/>
              </p:nvSpPr>
              <p:spPr>
                <a:xfrm>
                  <a:off x="2539675" y="451600"/>
                  <a:ext cx="14391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2539675" y="122850"/>
                  <a:ext cx="6807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" name="Google Shape;17;p2"/>
              <p:cNvGrpSpPr/>
              <p:nvPr/>
            </p:nvGrpSpPr>
            <p:grpSpPr>
              <a:xfrm>
                <a:off x="100325" y="87310"/>
                <a:ext cx="2142900" cy="1094740"/>
                <a:chOff x="100325" y="87310"/>
                <a:chExt cx="2142900" cy="1094740"/>
              </a:xfrm>
            </p:grpSpPr>
            <p:sp>
              <p:nvSpPr>
                <p:cNvPr id="18" name="Google Shape;18;p2"/>
                <p:cNvSpPr/>
                <p:nvPr/>
              </p:nvSpPr>
              <p:spPr>
                <a:xfrm>
                  <a:off x="243516" y="71263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100325" y="569450"/>
                  <a:ext cx="612900" cy="6126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1826225" y="87310"/>
                  <a:ext cx="417000" cy="4167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 rot="-5400000">
                  <a:off x="1015400" y="-189515"/>
                  <a:ext cx="326396" cy="1296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" h="14717" extrusionOk="0">
                      <a:moveTo>
                        <a:pt x="218" y="1"/>
                      </a:moveTo>
                      <a:cubicBezTo>
                        <a:pt x="168" y="1"/>
                        <a:pt x="117" y="20"/>
                        <a:pt x="79" y="59"/>
                      </a:cubicBezTo>
                      <a:cubicBezTo>
                        <a:pt x="1" y="136"/>
                        <a:pt x="1" y="261"/>
                        <a:pt x="79" y="338"/>
                      </a:cubicBezTo>
                      <a:lnTo>
                        <a:pt x="3308" y="3569"/>
                      </a:lnTo>
                      <a:lnTo>
                        <a:pt x="3308" y="14518"/>
                      </a:lnTo>
                      <a:cubicBezTo>
                        <a:pt x="3308" y="14628"/>
                        <a:pt x="3397" y="14717"/>
                        <a:pt x="3506" y="14717"/>
                      </a:cubicBezTo>
                      <a:cubicBezTo>
                        <a:pt x="3616" y="14717"/>
                        <a:pt x="3703" y="14628"/>
                        <a:pt x="3703" y="14518"/>
                      </a:cubicBezTo>
                      <a:lnTo>
                        <a:pt x="3703" y="3486"/>
                      </a:lnTo>
                      <a:cubicBezTo>
                        <a:pt x="3703" y="3434"/>
                        <a:pt x="3683" y="3383"/>
                        <a:pt x="3645" y="3347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" name="Google Shape;22;p2"/>
            <p:cNvGrpSpPr/>
            <p:nvPr/>
          </p:nvGrpSpPr>
          <p:grpSpPr>
            <a:xfrm>
              <a:off x="4471525" y="2224708"/>
              <a:ext cx="4572150" cy="2796132"/>
              <a:chOff x="4471525" y="2224708"/>
              <a:chExt cx="4572150" cy="2796132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6335737" y="4604000"/>
                <a:ext cx="14391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" name="Google Shape;24;p2"/>
              <p:cNvGrpSpPr/>
              <p:nvPr/>
            </p:nvGrpSpPr>
            <p:grpSpPr>
              <a:xfrm>
                <a:off x="4471525" y="4603950"/>
                <a:ext cx="1344400" cy="271200"/>
                <a:chOff x="3686625" y="4603950"/>
                <a:chExt cx="1344400" cy="271200"/>
              </a:xfrm>
            </p:grpSpPr>
            <p:sp>
              <p:nvSpPr>
                <p:cNvPr id="25" name="Google Shape;25;p2"/>
                <p:cNvSpPr/>
                <p:nvPr/>
              </p:nvSpPr>
              <p:spPr>
                <a:xfrm rot="-5400000">
                  <a:off x="363892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 rot="-5400000">
                  <a:off x="393107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 rot="-5400000">
                  <a:off x="422322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 rot="-5400000">
                  <a:off x="451537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 rot="-5400000">
                  <a:off x="480752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" name="Google Shape;30;p2"/>
              <p:cNvGrpSpPr/>
              <p:nvPr/>
            </p:nvGrpSpPr>
            <p:grpSpPr>
              <a:xfrm>
                <a:off x="8293379" y="2224708"/>
                <a:ext cx="750296" cy="2796132"/>
                <a:chOff x="8293379" y="2224708"/>
                <a:chExt cx="750296" cy="2796132"/>
              </a:xfrm>
            </p:grpSpPr>
            <p:sp>
              <p:nvSpPr>
                <p:cNvPr id="31" name="Google Shape;31;p2"/>
                <p:cNvSpPr/>
                <p:nvPr/>
              </p:nvSpPr>
              <p:spPr>
                <a:xfrm>
                  <a:off x="8430775" y="4408241"/>
                  <a:ext cx="612900" cy="6126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8293379" y="222470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 rot="5400000" flipH="1">
                  <a:off x="7659889" y="3325979"/>
                  <a:ext cx="1868166" cy="31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7" h="2786" extrusionOk="0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4" name="Google Shape;34;p2"/>
          <p:cNvGrpSpPr/>
          <p:nvPr/>
        </p:nvGrpSpPr>
        <p:grpSpPr>
          <a:xfrm>
            <a:off x="354895" y="174153"/>
            <a:ext cx="8618190" cy="4776951"/>
            <a:chOff x="354895" y="174153"/>
            <a:chExt cx="8618190" cy="4776951"/>
          </a:xfrm>
        </p:grpSpPr>
        <p:grpSp>
          <p:nvGrpSpPr>
            <p:cNvPr id="35" name="Google Shape;35;p2"/>
            <p:cNvGrpSpPr/>
            <p:nvPr/>
          </p:nvGrpSpPr>
          <p:grpSpPr>
            <a:xfrm>
              <a:off x="8650719" y="2843742"/>
              <a:ext cx="322367" cy="2107361"/>
              <a:chOff x="8650719" y="2843742"/>
              <a:chExt cx="322367" cy="2107361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8829491" y="2933717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8916983" y="3021261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739516" y="2843742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828237" y="4895001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1"/>
                      <a:pt x="243" y="1084"/>
                      <a:pt x="542" y="1084"/>
                    </a:cubicBezTo>
                    <a:cubicBezTo>
                      <a:pt x="841" y="1084"/>
                      <a:pt x="1085" y="841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8740693" y="4807457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3" y="1085"/>
                      <a:pt x="1085" y="842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8650719" y="4717483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2" y="1084"/>
                      <a:pt x="1085" y="842"/>
                      <a:pt x="1085" y="542"/>
                    </a:cubicBezTo>
                    <a:cubicBezTo>
                      <a:pt x="1085" y="243"/>
                      <a:pt x="842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2"/>
            <p:cNvGrpSpPr/>
            <p:nvPr/>
          </p:nvGrpSpPr>
          <p:grpSpPr>
            <a:xfrm>
              <a:off x="354895" y="174153"/>
              <a:ext cx="3590656" cy="467100"/>
              <a:chOff x="354895" y="174153"/>
              <a:chExt cx="3590656" cy="467100"/>
            </a:xfrm>
          </p:grpSpPr>
          <p:sp>
            <p:nvSpPr>
              <p:cNvPr id="43" name="Google Shape;43;p2"/>
              <p:cNvSpPr/>
              <p:nvPr/>
            </p:nvSpPr>
            <p:spPr>
              <a:xfrm rot="-5400000">
                <a:off x="3890650" y="347762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2" y="0"/>
                      <a:pt x="0" y="244"/>
                      <a:pt x="0" y="543"/>
                    </a:cubicBezTo>
                    <a:cubicBezTo>
                      <a:pt x="0" y="842"/>
                      <a:pt x="242" y="1085"/>
                      <a:pt x="542" y="1085"/>
                    </a:cubicBezTo>
                    <a:cubicBezTo>
                      <a:pt x="841" y="1085"/>
                      <a:pt x="1084" y="842"/>
                      <a:pt x="1084" y="543"/>
                    </a:cubicBezTo>
                    <a:cubicBezTo>
                      <a:pt x="1084" y="244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-5400000">
                <a:off x="3805034" y="262197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3" y="1085"/>
                    </a:cubicBezTo>
                    <a:cubicBezTo>
                      <a:pt x="842" y="1085"/>
                      <a:pt x="1085" y="841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-5400000">
                <a:off x="3716989" y="174153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4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4" y="1085"/>
                    </a:cubicBezTo>
                    <a:cubicBezTo>
                      <a:pt x="843" y="1085"/>
                      <a:pt x="1085" y="842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-5400000">
                <a:off x="528607" y="586352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0" y="243"/>
                      <a:pt x="0" y="542"/>
                    </a:cubicBezTo>
                    <a:cubicBezTo>
                      <a:pt x="0" y="841"/>
                      <a:pt x="243" y="1084"/>
                      <a:pt x="542" y="1084"/>
                    </a:cubicBezTo>
                    <a:cubicBezTo>
                      <a:pt x="842" y="1084"/>
                      <a:pt x="1084" y="841"/>
                      <a:pt x="1084" y="542"/>
                    </a:cubicBezTo>
                    <a:cubicBezTo>
                      <a:pt x="1084" y="243"/>
                      <a:pt x="842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-5400000">
                <a:off x="442940" y="500686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2" y="0"/>
                      <a:pt x="0" y="243"/>
                      <a:pt x="0" y="542"/>
                    </a:cubicBezTo>
                    <a:cubicBezTo>
                      <a:pt x="0" y="842"/>
                      <a:pt x="242" y="1084"/>
                      <a:pt x="542" y="1084"/>
                    </a:cubicBezTo>
                    <a:cubicBezTo>
                      <a:pt x="841" y="1084"/>
                      <a:pt x="1084" y="842"/>
                      <a:pt x="1084" y="542"/>
                    </a:cubicBezTo>
                    <a:cubicBezTo>
                      <a:pt x="1084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-5400000">
                <a:off x="354895" y="412642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0" y="243"/>
                      <a:pt x="0" y="542"/>
                    </a:cubicBezTo>
                    <a:cubicBezTo>
                      <a:pt x="0" y="842"/>
                      <a:pt x="243" y="1084"/>
                      <a:pt x="542" y="1084"/>
                    </a:cubicBezTo>
                    <a:cubicBezTo>
                      <a:pt x="841" y="1084"/>
                      <a:pt x="1084" y="842"/>
                      <a:pt x="1084" y="542"/>
                    </a:cubicBezTo>
                    <a:cubicBezTo>
                      <a:pt x="1084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9" name="Google Shape;49;p2"/>
          <p:cNvGrpSpPr/>
          <p:nvPr/>
        </p:nvGrpSpPr>
        <p:grpSpPr>
          <a:xfrm>
            <a:off x="100324" y="-76205"/>
            <a:ext cx="8709341" cy="5285373"/>
            <a:chOff x="100324" y="-76205"/>
            <a:chExt cx="8709341" cy="5285373"/>
          </a:xfrm>
        </p:grpSpPr>
        <p:grpSp>
          <p:nvGrpSpPr>
            <p:cNvPr id="50" name="Google Shape;50;p2"/>
            <p:cNvGrpSpPr/>
            <p:nvPr/>
          </p:nvGrpSpPr>
          <p:grpSpPr>
            <a:xfrm>
              <a:off x="100324" y="-76205"/>
              <a:ext cx="8709341" cy="5285373"/>
              <a:chOff x="100324" y="-76205"/>
              <a:chExt cx="8709341" cy="5285373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5067578" y="3008023"/>
                <a:ext cx="3742087" cy="2201144"/>
                <a:chOff x="5067578" y="3008023"/>
                <a:chExt cx="3742087" cy="2201144"/>
              </a:xfrm>
            </p:grpSpPr>
            <p:sp>
              <p:nvSpPr>
                <p:cNvPr id="52" name="Google Shape;52;p2"/>
                <p:cNvSpPr/>
                <p:nvPr/>
              </p:nvSpPr>
              <p:spPr>
                <a:xfrm rot="-5400000">
                  <a:off x="5157949" y="4727478"/>
                  <a:ext cx="93940" cy="9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6" h="1567" extrusionOk="0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 rot="-5400000">
                  <a:off x="5067608" y="4637075"/>
                  <a:ext cx="274683" cy="274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9" h="4580" extrusionOk="0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4" name="Google Shape;54;p2"/>
                <p:cNvGrpSpPr/>
                <p:nvPr/>
              </p:nvGrpSpPr>
              <p:grpSpPr>
                <a:xfrm>
                  <a:off x="6447540" y="3008023"/>
                  <a:ext cx="2362125" cy="2201144"/>
                  <a:chOff x="6447540" y="3008023"/>
                  <a:chExt cx="2362125" cy="2201144"/>
                </a:xfrm>
              </p:grpSpPr>
              <p:sp>
                <p:nvSpPr>
                  <p:cNvPr id="55" name="Google Shape;55;p2"/>
                  <p:cNvSpPr/>
                  <p:nvPr/>
                </p:nvSpPr>
                <p:spPr>
                  <a:xfrm>
                    <a:off x="6514917" y="4671306"/>
                    <a:ext cx="92712" cy="537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3" h="10402" extrusionOk="0">
                        <a:moveTo>
                          <a:pt x="1639" y="10402"/>
                        </a:moveTo>
                        <a:cubicBezTo>
                          <a:pt x="1554" y="10402"/>
                          <a:pt x="1485" y="10333"/>
                          <a:pt x="1485" y="10248"/>
                        </a:cubicBezTo>
                        <a:lnTo>
                          <a:pt x="1485" y="1703"/>
                        </a:lnTo>
                        <a:lnTo>
                          <a:pt x="61" y="279"/>
                        </a:lnTo>
                        <a:cubicBezTo>
                          <a:pt x="1" y="218"/>
                          <a:pt x="1" y="121"/>
                          <a:pt x="61" y="61"/>
                        </a:cubicBezTo>
                        <a:cubicBezTo>
                          <a:pt x="121" y="1"/>
                          <a:pt x="218" y="1"/>
                          <a:pt x="278" y="61"/>
                        </a:cubicBezTo>
                        <a:lnTo>
                          <a:pt x="1748" y="1531"/>
                        </a:lnTo>
                        <a:cubicBezTo>
                          <a:pt x="1776" y="1559"/>
                          <a:pt x="1793" y="1598"/>
                          <a:pt x="1793" y="1639"/>
                        </a:cubicBezTo>
                        <a:lnTo>
                          <a:pt x="1793" y="10248"/>
                        </a:lnTo>
                        <a:cubicBezTo>
                          <a:pt x="1793" y="10333"/>
                          <a:pt x="1724" y="10402"/>
                          <a:pt x="1639" y="1040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" name="Google Shape;56;p2"/>
                  <p:cNvSpPr/>
                  <p:nvPr/>
                </p:nvSpPr>
                <p:spPr>
                  <a:xfrm>
                    <a:off x="7235176" y="4521142"/>
                    <a:ext cx="185061" cy="68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9" h="13306" extrusionOk="0">
                        <a:moveTo>
                          <a:pt x="2341" y="0"/>
                        </a:moveTo>
                        <a:cubicBezTo>
                          <a:pt x="1657" y="0"/>
                          <a:pt x="1104" y="555"/>
                          <a:pt x="1104" y="1237"/>
                        </a:cubicBezTo>
                        <a:cubicBezTo>
                          <a:pt x="1104" y="1875"/>
                          <a:pt x="1588" y="2393"/>
                          <a:pt x="2206" y="2462"/>
                        </a:cubicBezTo>
                        <a:lnTo>
                          <a:pt x="2206" y="5094"/>
                        </a:lnTo>
                        <a:lnTo>
                          <a:pt x="45" y="7256"/>
                        </a:lnTo>
                        <a:cubicBezTo>
                          <a:pt x="17" y="7285"/>
                          <a:pt x="0" y="7324"/>
                          <a:pt x="0" y="7365"/>
                        </a:cubicBezTo>
                        <a:lnTo>
                          <a:pt x="0" y="13152"/>
                        </a:lnTo>
                        <a:cubicBezTo>
                          <a:pt x="0" y="13237"/>
                          <a:pt x="69" y="13306"/>
                          <a:pt x="154" y="13306"/>
                        </a:cubicBezTo>
                        <a:cubicBezTo>
                          <a:pt x="239" y="13306"/>
                          <a:pt x="307" y="13237"/>
                          <a:pt x="307" y="13152"/>
                        </a:cubicBezTo>
                        <a:lnTo>
                          <a:pt x="307" y="7429"/>
                        </a:lnTo>
                        <a:lnTo>
                          <a:pt x="2468" y="5267"/>
                        </a:lnTo>
                        <a:cubicBezTo>
                          <a:pt x="2498" y="5238"/>
                          <a:pt x="2513" y="5199"/>
                          <a:pt x="2513" y="5158"/>
                        </a:cubicBezTo>
                        <a:lnTo>
                          <a:pt x="2513" y="2457"/>
                        </a:lnTo>
                        <a:cubicBezTo>
                          <a:pt x="3115" y="2373"/>
                          <a:pt x="3578" y="1862"/>
                          <a:pt x="3578" y="1238"/>
                        </a:cubicBezTo>
                        <a:lnTo>
                          <a:pt x="3578" y="1237"/>
                        </a:lnTo>
                        <a:cubicBezTo>
                          <a:pt x="3578" y="555"/>
                          <a:pt x="3024" y="0"/>
                          <a:pt x="2341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" name="Google Shape;57;p2"/>
                  <p:cNvSpPr/>
                  <p:nvPr/>
                </p:nvSpPr>
                <p:spPr>
                  <a:xfrm>
                    <a:off x="7329236" y="4558166"/>
                    <a:ext cx="53983" cy="539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4" h="1043" extrusionOk="0">
                        <a:moveTo>
                          <a:pt x="522" y="1"/>
                        </a:moveTo>
                        <a:cubicBezTo>
                          <a:pt x="234" y="1"/>
                          <a:pt x="0" y="233"/>
                          <a:pt x="0" y="521"/>
                        </a:cubicBezTo>
                        <a:cubicBezTo>
                          <a:pt x="0" y="809"/>
                          <a:pt x="234" y="1042"/>
                          <a:pt x="522" y="1042"/>
                        </a:cubicBezTo>
                        <a:cubicBezTo>
                          <a:pt x="810" y="1042"/>
                          <a:pt x="1043" y="809"/>
                          <a:pt x="1043" y="521"/>
                        </a:cubicBezTo>
                        <a:cubicBezTo>
                          <a:pt x="1043" y="233"/>
                          <a:pt x="810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" name="Google Shape;58;p2"/>
                  <p:cNvSpPr/>
                  <p:nvPr/>
                </p:nvSpPr>
                <p:spPr>
                  <a:xfrm>
                    <a:off x="8356648" y="3008023"/>
                    <a:ext cx="448769" cy="2163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79" h="41846" extrusionOk="0">
                        <a:moveTo>
                          <a:pt x="4204" y="1"/>
                        </a:moveTo>
                        <a:cubicBezTo>
                          <a:pt x="3521" y="1"/>
                          <a:pt x="2966" y="554"/>
                          <a:pt x="2966" y="1237"/>
                        </a:cubicBezTo>
                        <a:cubicBezTo>
                          <a:pt x="2966" y="1921"/>
                          <a:pt x="3521" y="2475"/>
                          <a:pt x="4204" y="2475"/>
                        </a:cubicBezTo>
                        <a:cubicBezTo>
                          <a:pt x="4482" y="2475"/>
                          <a:pt x="4736" y="2381"/>
                          <a:pt x="4943" y="2226"/>
                        </a:cubicBezTo>
                        <a:lnTo>
                          <a:pt x="8371" y="5654"/>
                        </a:lnTo>
                        <a:lnTo>
                          <a:pt x="8371" y="15908"/>
                        </a:lnTo>
                        <a:lnTo>
                          <a:pt x="6318" y="17962"/>
                        </a:lnTo>
                        <a:cubicBezTo>
                          <a:pt x="6289" y="17990"/>
                          <a:pt x="6273" y="18029"/>
                          <a:pt x="6273" y="18070"/>
                        </a:cubicBezTo>
                        <a:lnTo>
                          <a:pt x="6273" y="28208"/>
                        </a:lnTo>
                        <a:lnTo>
                          <a:pt x="3244" y="31238"/>
                        </a:lnTo>
                        <a:cubicBezTo>
                          <a:pt x="3215" y="31266"/>
                          <a:pt x="3198" y="31305"/>
                          <a:pt x="3198" y="31346"/>
                        </a:cubicBezTo>
                        <a:lnTo>
                          <a:pt x="3198" y="38444"/>
                        </a:lnTo>
                        <a:lnTo>
                          <a:pt x="61" y="41583"/>
                        </a:lnTo>
                        <a:cubicBezTo>
                          <a:pt x="0" y="41642"/>
                          <a:pt x="0" y="41740"/>
                          <a:pt x="61" y="41799"/>
                        </a:cubicBezTo>
                        <a:cubicBezTo>
                          <a:pt x="90" y="41830"/>
                          <a:pt x="129" y="41845"/>
                          <a:pt x="169" y="41845"/>
                        </a:cubicBezTo>
                        <a:cubicBezTo>
                          <a:pt x="208" y="41845"/>
                          <a:pt x="247" y="41830"/>
                          <a:pt x="278" y="41799"/>
                        </a:cubicBezTo>
                        <a:lnTo>
                          <a:pt x="3462" y="38617"/>
                        </a:lnTo>
                        <a:cubicBezTo>
                          <a:pt x="3490" y="38587"/>
                          <a:pt x="3507" y="38548"/>
                          <a:pt x="3507" y="38508"/>
                        </a:cubicBezTo>
                        <a:lnTo>
                          <a:pt x="3507" y="31409"/>
                        </a:lnTo>
                        <a:lnTo>
                          <a:pt x="6535" y="28379"/>
                        </a:lnTo>
                        <a:cubicBezTo>
                          <a:pt x="6565" y="28351"/>
                          <a:pt x="6580" y="28312"/>
                          <a:pt x="6580" y="28270"/>
                        </a:cubicBezTo>
                        <a:lnTo>
                          <a:pt x="6580" y="18134"/>
                        </a:lnTo>
                        <a:lnTo>
                          <a:pt x="8634" y="16081"/>
                        </a:lnTo>
                        <a:cubicBezTo>
                          <a:pt x="8662" y="16051"/>
                          <a:pt x="8679" y="16013"/>
                          <a:pt x="8679" y="15972"/>
                        </a:cubicBezTo>
                        <a:lnTo>
                          <a:pt x="8679" y="5590"/>
                        </a:lnTo>
                        <a:cubicBezTo>
                          <a:pt x="8679" y="5550"/>
                          <a:pt x="8662" y="5511"/>
                          <a:pt x="8634" y="5481"/>
                        </a:cubicBezTo>
                        <a:lnTo>
                          <a:pt x="8634" y="5483"/>
                        </a:lnTo>
                        <a:lnTo>
                          <a:pt x="5163" y="2012"/>
                        </a:lnTo>
                        <a:cubicBezTo>
                          <a:pt x="5334" y="1799"/>
                          <a:pt x="5442" y="1532"/>
                          <a:pt x="5442" y="1237"/>
                        </a:cubicBezTo>
                        <a:cubicBezTo>
                          <a:pt x="5442" y="554"/>
                          <a:pt x="4887" y="1"/>
                          <a:pt x="420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" name="Google Shape;59;p2"/>
                  <p:cNvSpPr/>
                  <p:nvPr/>
                </p:nvSpPr>
                <p:spPr>
                  <a:xfrm>
                    <a:off x="7124674" y="4785325"/>
                    <a:ext cx="236820" cy="236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80" h="4580" extrusionOk="0">
                        <a:moveTo>
                          <a:pt x="2291" y="154"/>
                        </a:moveTo>
                        <a:cubicBezTo>
                          <a:pt x="3468" y="154"/>
                          <a:pt x="4426" y="1113"/>
                          <a:pt x="4426" y="2290"/>
                        </a:cubicBezTo>
                        <a:cubicBezTo>
                          <a:pt x="4426" y="3468"/>
                          <a:pt x="3468" y="4427"/>
                          <a:pt x="2291" y="4427"/>
                        </a:cubicBezTo>
                        <a:cubicBezTo>
                          <a:pt x="1113" y="4427"/>
                          <a:pt x="155" y="3468"/>
                          <a:pt x="155" y="2290"/>
                        </a:cubicBezTo>
                        <a:cubicBezTo>
                          <a:pt x="155" y="1113"/>
                          <a:pt x="1113" y="154"/>
                          <a:pt x="2291" y="154"/>
                        </a:cubicBezTo>
                        <a:close/>
                        <a:moveTo>
                          <a:pt x="2291" y="1"/>
                        </a:moveTo>
                        <a:cubicBezTo>
                          <a:pt x="1028" y="1"/>
                          <a:pt x="1" y="1028"/>
                          <a:pt x="1" y="2290"/>
                        </a:cubicBezTo>
                        <a:cubicBezTo>
                          <a:pt x="1" y="3553"/>
                          <a:pt x="1028" y="4579"/>
                          <a:pt x="2291" y="4579"/>
                        </a:cubicBezTo>
                        <a:cubicBezTo>
                          <a:pt x="3553" y="4579"/>
                          <a:pt x="4579" y="3553"/>
                          <a:pt x="4579" y="2290"/>
                        </a:cubicBezTo>
                        <a:cubicBezTo>
                          <a:pt x="4579" y="1028"/>
                          <a:pt x="3553" y="1"/>
                          <a:pt x="229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" name="Google Shape;60;p2"/>
                  <p:cNvSpPr/>
                  <p:nvPr/>
                </p:nvSpPr>
                <p:spPr>
                  <a:xfrm>
                    <a:off x="8650719" y="3901923"/>
                    <a:ext cx="80974" cy="810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6" h="1567" extrusionOk="0">
                        <a:moveTo>
                          <a:pt x="783" y="1"/>
                        </a:moveTo>
                        <a:cubicBezTo>
                          <a:pt x="351" y="1"/>
                          <a:pt x="1" y="351"/>
                          <a:pt x="1" y="783"/>
                        </a:cubicBezTo>
                        <a:cubicBezTo>
                          <a:pt x="1" y="1216"/>
                          <a:pt x="351" y="1566"/>
                          <a:pt x="783" y="1566"/>
                        </a:cubicBezTo>
                        <a:cubicBezTo>
                          <a:pt x="1216" y="1566"/>
                          <a:pt x="1566" y="1216"/>
                          <a:pt x="1566" y="783"/>
                        </a:cubicBezTo>
                        <a:cubicBezTo>
                          <a:pt x="1566" y="351"/>
                          <a:pt x="1216" y="1"/>
                          <a:pt x="78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>
                    <a:off x="8572845" y="3823997"/>
                    <a:ext cx="236820" cy="236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80" h="4580" extrusionOk="0">
                        <a:moveTo>
                          <a:pt x="2289" y="154"/>
                        </a:moveTo>
                        <a:cubicBezTo>
                          <a:pt x="3467" y="154"/>
                          <a:pt x="4426" y="1113"/>
                          <a:pt x="4426" y="2290"/>
                        </a:cubicBezTo>
                        <a:cubicBezTo>
                          <a:pt x="4426" y="3468"/>
                          <a:pt x="3467" y="4426"/>
                          <a:pt x="2289" y="4426"/>
                        </a:cubicBezTo>
                        <a:cubicBezTo>
                          <a:pt x="1112" y="4426"/>
                          <a:pt x="154" y="3468"/>
                          <a:pt x="154" y="2290"/>
                        </a:cubicBezTo>
                        <a:cubicBezTo>
                          <a:pt x="154" y="1113"/>
                          <a:pt x="1112" y="154"/>
                          <a:pt x="2289" y="154"/>
                        </a:cubicBezTo>
                        <a:close/>
                        <a:moveTo>
                          <a:pt x="2289" y="1"/>
                        </a:moveTo>
                        <a:cubicBezTo>
                          <a:pt x="1028" y="1"/>
                          <a:pt x="1" y="1028"/>
                          <a:pt x="1" y="2290"/>
                        </a:cubicBezTo>
                        <a:cubicBezTo>
                          <a:pt x="1" y="3552"/>
                          <a:pt x="1028" y="4579"/>
                          <a:pt x="2289" y="4579"/>
                        </a:cubicBezTo>
                        <a:cubicBezTo>
                          <a:pt x="3552" y="4579"/>
                          <a:pt x="4579" y="3553"/>
                          <a:pt x="4579" y="2290"/>
                        </a:cubicBezTo>
                        <a:cubicBezTo>
                          <a:pt x="4579" y="1028"/>
                          <a:pt x="3552" y="1"/>
                          <a:pt x="228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>
                    <a:off x="6447540" y="4616081"/>
                    <a:ext cx="128028" cy="127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6" h="2475" extrusionOk="0">
                        <a:moveTo>
                          <a:pt x="1237" y="0"/>
                        </a:moveTo>
                        <a:cubicBezTo>
                          <a:pt x="555" y="0"/>
                          <a:pt x="1" y="555"/>
                          <a:pt x="1" y="1238"/>
                        </a:cubicBezTo>
                        <a:cubicBezTo>
                          <a:pt x="1" y="1921"/>
                          <a:pt x="555" y="2474"/>
                          <a:pt x="1237" y="2474"/>
                        </a:cubicBezTo>
                        <a:cubicBezTo>
                          <a:pt x="1921" y="2474"/>
                          <a:pt x="2475" y="1921"/>
                          <a:pt x="2475" y="1238"/>
                        </a:cubicBezTo>
                        <a:cubicBezTo>
                          <a:pt x="2475" y="555"/>
                          <a:pt x="1921" y="0"/>
                          <a:pt x="123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>
                    <a:off x="6484616" y="4653104"/>
                    <a:ext cx="53879" cy="539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2" h="1044" extrusionOk="0">
                        <a:moveTo>
                          <a:pt x="522" y="1"/>
                        </a:moveTo>
                        <a:cubicBezTo>
                          <a:pt x="233" y="1"/>
                          <a:pt x="0" y="235"/>
                          <a:pt x="0" y="522"/>
                        </a:cubicBezTo>
                        <a:cubicBezTo>
                          <a:pt x="0" y="809"/>
                          <a:pt x="233" y="1043"/>
                          <a:pt x="522" y="1043"/>
                        </a:cubicBezTo>
                        <a:cubicBezTo>
                          <a:pt x="809" y="1043"/>
                          <a:pt x="1042" y="809"/>
                          <a:pt x="1042" y="522"/>
                        </a:cubicBezTo>
                        <a:cubicBezTo>
                          <a:pt x="1042" y="233"/>
                          <a:pt x="809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4" name="Google Shape;64;p2"/>
              <p:cNvGrpSpPr/>
              <p:nvPr/>
            </p:nvGrpSpPr>
            <p:grpSpPr>
              <a:xfrm>
                <a:off x="100324" y="-76205"/>
                <a:ext cx="4075198" cy="588124"/>
                <a:chOff x="100324" y="-76205"/>
                <a:chExt cx="4075198" cy="588124"/>
              </a:xfrm>
            </p:grpSpPr>
            <p:sp>
              <p:nvSpPr>
                <p:cNvPr id="65" name="Google Shape;65;p2"/>
                <p:cNvSpPr/>
                <p:nvPr/>
              </p:nvSpPr>
              <p:spPr>
                <a:xfrm rot="-5400000">
                  <a:off x="87119" y="45083"/>
                  <a:ext cx="396046" cy="15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27" h="3065" extrusionOk="0">
                      <a:moveTo>
                        <a:pt x="7673" y="3065"/>
                      </a:moveTo>
                      <a:lnTo>
                        <a:pt x="2911" y="3065"/>
                      </a:lnTo>
                      <a:cubicBezTo>
                        <a:pt x="2871" y="3065"/>
                        <a:pt x="2832" y="3048"/>
                        <a:pt x="2802" y="3020"/>
                      </a:cubicBezTo>
                      <a:lnTo>
                        <a:pt x="61" y="278"/>
                      </a:lnTo>
                      <a:cubicBezTo>
                        <a:pt x="1" y="218"/>
                        <a:pt x="1" y="121"/>
                        <a:pt x="61" y="61"/>
                      </a:cubicBezTo>
                      <a:cubicBezTo>
                        <a:pt x="121" y="1"/>
                        <a:pt x="218" y="1"/>
                        <a:pt x="279" y="61"/>
                      </a:cubicBezTo>
                      <a:lnTo>
                        <a:pt x="2975" y="2757"/>
                      </a:lnTo>
                      <a:lnTo>
                        <a:pt x="7673" y="2757"/>
                      </a:lnTo>
                      <a:cubicBezTo>
                        <a:pt x="7758" y="2757"/>
                        <a:pt x="7827" y="2826"/>
                        <a:pt x="7827" y="2911"/>
                      </a:cubicBezTo>
                      <a:cubicBezTo>
                        <a:pt x="7827" y="2996"/>
                        <a:pt x="7758" y="3065"/>
                        <a:pt x="7673" y="30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 rot="-5400000">
                  <a:off x="3191587" y="83159"/>
                  <a:ext cx="498157" cy="179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5" h="3546" extrusionOk="0">
                      <a:moveTo>
                        <a:pt x="3348" y="1"/>
                      </a:moveTo>
                      <a:cubicBezTo>
                        <a:pt x="3307" y="1"/>
                        <a:pt x="3268" y="16"/>
                        <a:pt x="3239" y="46"/>
                      </a:cubicBezTo>
                      <a:lnTo>
                        <a:pt x="1970" y="1314"/>
                      </a:lnTo>
                      <a:cubicBezTo>
                        <a:pt x="1765" y="1163"/>
                        <a:pt x="1513" y="1070"/>
                        <a:pt x="1238" y="1070"/>
                      </a:cubicBezTo>
                      <a:cubicBezTo>
                        <a:pt x="555" y="1070"/>
                        <a:pt x="0" y="1624"/>
                        <a:pt x="0" y="2307"/>
                      </a:cubicBezTo>
                      <a:cubicBezTo>
                        <a:pt x="0" y="2991"/>
                        <a:pt x="555" y="3545"/>
                        <a:pt x="1238" y="3545"/>
                      </a:cubicBezTo>
                      <a:cubicBezTo>
                        <a:pt x="1921" y="3545"/>
                        <a:pt x="2476" y="2991"/>
                        <a:pt x="2476" y="2307"/>
                      </a:cubicBezTo>
                      <a:cubicBezTo>
                        <a:pt x="2476" y="2011"/>
                        <a:pt x="2366" y="1741"/>
                        <a:pt x="2192" y="1528"/>
                      </a:cubicBezTo>
                      <a:lnTo>
                        <a:pt x="3412" y="308"/>
                      </a:lnTo>
                      <a:lnTo>
                        <a:pt x="6929" y="308"/>
                      </a:lnTo>
                      <a:lnTo>
                        <a:pt x="9566" y="2945"/>
                      </a:lnTo>
                      <a:cubicBezTo>
                        <a:pt x="9597" y="2975"/>
                        <a:pt x="9636" y="2991"/>
                        <a:pt x="9675" y="2991"/>
                      </a:cubicBezTo>
                      <a:cubicBezTo>
                        <a:pt x="9715" y="2991"/>
                        <a:pt x="9754" y="2975"/>
                        <a:pt x="9784" y="2945"/>
                      </a:cubicBezTo>
                      <a:cubicBezTo>
                        <a:pt x="9844" y="2885"/>
                        <a:pt x="9844" y="2787"/>
                        <a:pt x="9784" y="2728"/>
                      </a:cubicBezTo>
                      <a:lnTo>
                        <a:pt x="7101" y="46"/>
                      </a:lnTo>
                      <a:cubicBezTo>
                        <a:pt x="7073" y="16"/>
                        <a:pt x="7034" y="1"/>
                        <a:pt x="69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67;p2"/>
                <p:cNvSpPr/>
                <p:nvPr/>
              </p:nvSpPr>
              <p:spPr>
                <a:xfrm rot="-5400000">
                  <a:off x="3441299" y="332921"/>
                  <a:ext cx="52826" cy="52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43" extrusionOk="0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5" y="1043"/>
                        <a:pt x="522" y="1043"/>
                      </a:cubicBezTo>
                      <a:cubicBezTo>
                        <a:pt x="809" y="1043"/>
                        <a:pt x="1043" y="810"/>
                        <a:pt x="1043" y="521"/>
                      </a:cubicBezTo>
                      <a:cubicBezTo>
                        <a:pt x="1043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 rot="-5400000">
                  <a:off x="2957105" y="96821"/>
                  <a:ext cx="497347" cy="15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9" h="3022" extrusionOk="0">
                      <a:moveTo>
                        <a:pt x="1238" y="1"/>
                      </a:moveTo>
                      <a:cubicBezTo>
                        <a:pt x="555" y="1"/>
                        <a:pt x="0" y="555"/>
                        <a:pt x="0" y="1239"/>
                      </a:cubicBezTo>
                      <a:cubicBezTo>
                        <a:pt x="0" y="1922"/>
                        <a:pt x="555" y="2475"/>
                        <a:pt x="1238" y="2475"/>
                      </a:cubicBezTo>
                      <a:cubicBezTo>
                        <a:pt x="1512" y="2475"/>
                        <a:pt x="1764" y="2383"/>
                        <a:pt x="1968" y="2232"/>
                      </a:cubicBezTo>
                      <a:lnTo>
                        <a:pt x="2713" y="2976"/>
                      </a:lnTo>
                      <a:cubicBezTo>
                        <a:pt x="2742" y="3005"/>
                        <a:pt x="2781" y="3021"/>
                        <a:pt x="2822" y="3021"/>
                      </a:cubicBezTo>
                      <a:lnTo>
                        <a:pt x="4763" y="3021"/>
                      </a:lnTo>
                      <a:cubicBezTo>
                        <a:pt x="4804" y="3021"/>
                        <a:pt x="4843" y="3005"/>
                        <a:pt x="4872" y="2976"/>
                      </a:cubicBezTo>
                      <a:lnTo>
                        <a:pt x="6539" y="1310"/>
                      </a:lnTo>
                      <a:lnTo>
                        <a:pt x="9675" y="1310"/>
                      </a:lnTo>
                      <a:cubicBezTo>
                        <a:pt x="9760" y="1310"/>
                        <a:pt x="9829" y="1241"/>
                        <a:pt x="9829" y="1156"/>
                      </a:cubicBezTo>
                      <a:cubicBezTo>
                        <a:pt x="9829" y="1071"/>
                        <a:pt x="9760" y="1002"/>
                        <a:pt x="9675" y="1002"/>
                      </a:cubicBezTo>
                      <a:lnTo>
                        <a:pt x="6475" y="1002"/>
                      </a:lnTo>
                      <a:cubicBezTo>
                        <a:pt x="6435" y="1002"/>
                        <a:pt x="6394" y="1019"/>
                        <a:pt x="6366" y="1047"/>
                      </a:cubicBezTo>
                      <a:lnTo>
                        <a:pt x="4700" y="2714"/>
                      </a:lnTo>
                      <a:lnTo>
                        <a:pt x="2885" y="2714"/>
                      </a:lnTo>
                      <a:lnTo>
                        <a:pt x="2191" y="2019"/>
                      </a:lnTo>
                      <a:cubicBezTo>
                        <a:pt x="2366" y="1805"/>
                        <a:pt x="2476" y="1535"/>
                        <a:pt x="2476" y="1239"/>
                      </a:cubicBezTo>
                      <a:cubicBezTo>
                        <a:pt x="2476" y="555"/>
                        <a:pt x="1921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 rot="-5400000">
                  <a:off x="3165602" y="332896"/>
                  <a:ext cx="52826" cy="52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44" extrusionOk="0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09"/>
                        <a:pt x="235" y="1043"/>
                        <a:pt x="522" y="1043"/>
                      </a:cubicBezTo>
                      <a:cubicBezTo>
                        <a:pt x="809" y="1043"/>
                        <a:pt x="1043" y="809"/>
                        <a:pt x="1043" y="522"/>
                      </a:cubicBezTo>
                      <a:cubicBezTo>
                        <a:pt x="1043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 rot="-5400000">
                  <a:off x="1412929" y="85437"/>
                  <a:ext cx="587314" cy="26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7" h="5250" extrusionOk="0">
                      <a:moveTo>
                        <a:pt x="7737" y="0"/>
                      </a:moveTo>
                      <a:cubicBezTo>
                        <a:pt x="7697" y="0"/>
                        <a:pt x="7658" y="16"/>
                        <a:pt x="7629" y="45"/>
                      </a:cubicBezTo>
                      <a:lnTo>
                        <a:pt x="6105" y="1569"/>
                      </a:lnTo>
                      <a:lnTo>
                        <a:pt x="3503" y="1569"/>
                      </a:lnTo>
                      <a:cubicBezTo>
                        <a:pt x="3462" y="1569"/>
                        <a:pt x="3422" y="1584"/>
                        <a:pt x="3394" y="1614"/>
                      </a:cubicBezTo>
                      <a:lnTo>
                        <a:pt x="1980" y="3028"/>
                      </a:lnTo>
                      <a:cubicBezTo>
                        <a:pt x="1772" y="2871"/>
                        <a:pt x="1517" y="2775"/>
                        <a:pt x="1237" y="2775"/>
                      </a:cubicBezTo>
                      <a:cubicBezTo>
                        <a:pt x="553" y="2775"/>
                        <a:pt x="0" y="3328"/>
                        <a:pt x="0" y="4011"/>
                      </a:cubicBezTo>
                      <a:cubicBezTo>
                        <a:pt x="0" y="4695"/>
                        <a:pt x="553" y="5249"/>
                        <a:pt x="1237" y="5249"/>
                      </a:cubicBezTo>
                      <a:cubicBezTo>
                        <a:pt x="1920" y="5249"/>
                        <a:pt x="2474" y="4695"/>
                        <a:pt x="2474" y="4011"/>
                      </a:cubicBezTo>
                      <a:cubicBezTo>
                        <a:pt x="2474" y="3719"/>
                        <a:pt x="2369" y="3455"/>
                        <a:pt x="2199" y="3243"/>
                      </a:cubicBezTo>
                      <a:lnTo>
                        <a:pt x="3567" y="1876"/>
                      </a:lnTo>
                      <a:lnTo>
                        <a:pt x="6169" y="1876"/>
                      </a:lnTo>
                      <a:cubicBezTo>
                        <a:pt x="6209" y="1876"/>
                        <a:pt x="6248" y="1860"/>
                        <a:pt x="6277" y="1831"/>
                      </a:cubicBezTo>
                      <a:lnTo>
                        <a:pt x="7801" y="308"/>
                      </a:lnTo>
                      <a:lnTo>
                        <a:pt x="11453" y="308"/>
                      </a:lnTo>
                      <a:cubicBezTo>
                        <a:pt x="11538" y="308"/>
                        <a:pt x="11607" y="239"/>
                        <a:pt x="11607" y="154"/>
                      </a:cubicBezTo>
                      <a:cubicBezTo>
                        <a:pt x="11607" y="69"/>
                        <a:pt x="11538" y="0"/>
                        <a:pt x="114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 rot="-5400000">
                  <a:off x="1750407" y="422964"/>
                  <a:ext cx="52725" cy="5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1042" extrusionOk="0">
                      <a:moveTo>
                        <a:pt x="522" y="0"/>
                      </a:moveTo>
                      <a:cubicBezTo>
                        <a:pt x="233" y="0"/>
                        <a:pt x="0" y="233"/>
                        <a:pt x="0" y="520"/>
                      </a:cubicBezTo>
                      <a:cubicBezTo>
                        <a:pt x="0" y="809"/>
                        <a:pt x="233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 rot="-5400000">
                  <a:off x="391379" y="26361"/>
                  <a:ext cx="400701" cy="197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9" h="3897" extrusionOk="0">
                      <a:moveTo>
                        <a:pt x="3870" y="0"/>
                      </a:moveTo>
                      <a:cubicBezTo>
                        <a:pt x="3828" y="0"/>
                        <a:pt x="3789" y="17"/>
                        <a:pt x="3761" y="45"/>
                      </a:cubicBezTo>
                      <a:lnTo>
                        <a:pt x="2062" y="1744"/>
                      </a:lnTo>
                      <a:cubicBezTo>
                        <a:pt x="1844" y="1545"/>
                        <a:pt x="1556" y="1421"/>
                        <a:pt x="1237" y="1421"/>
                      </a:cubicBezTo>
                      <a:cubicBezTo>
                        <a:pt x="554" y="1421"/>
                        <a:pt x="0" y="1976"/>
                        <a:pt x="0" y="2659"/>
                      </a:cubicBezTo>
                      <a:cubicBezTo>
                        <a:pt x="0" y="3342"/>
                        <a:pt x="554" y="3897"/>
                        <a:pt x="1237" y="3897"/>
                      </a:cubicBezTo>
                      <a:cubicBezTo>
                        <a:pt x="1920" y="3897"/>
                        <a:pt x="2475" y="3342"/>
                        <a:pt x="2475" y="2659"/>
                      </a:cubicBezTo>
                      <a:cubicBezTo>
                        <a:pt x="2475" y="2406"/>
                        <a:pt x="2398" y="2171"/>
                        <a:pt x="2267" y="1974"/>
                      </a:cubicBezTo>
                      <a:lnTo>
                        <a:pt x="3932" y="308"/>
                      </a:lnTo>
                      <a:lnTo>
                        <a:pt x="7765" y="308"/>
                      </a:lnTo>
                      <a:cubicBezTo>
                        <a:pt x="7850" y="308"/>
                        <a:pt x="7919" y="239"/>
                        <a:pt x="7919" y="154"/>
                      </a:cubicBezTo>
                      <a:cubicBezTo>
                        <a:pt x="7919" y="69"/>
                        <a:pt x="7850" y="0"/>
                        <a:pt x="776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 rot="-5400000">
                  <a:off x="601269" y="236300"/>
                  <a:ext cx="52826" cy="52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44" extrusionOk="0">
                      <a:moveTo>
                        <a:pt x="522" y="1"/>
                      </a:moveTo>
                      <a:cubicBezTo>
                        <a:pt x="235" y="1"/>
                        <a:pt x="1" y="233"/>
                        <a:pt x="1" y="522"/>
                      </a:cubicBezTo>
                      <a:cubicBezTo>
                        <a:pt x="1" y="809"/>
                        <a:pt x="235" y="1043"/>
                        <a:pt x="522" y="1043"/>
                      </a:cubicBezTo>
                      <a:cubicBezTo>
                        <a:pt x="810" y="1043"/>
                        <a:pt x="1043" y="809"/>
                        <a:pt x="1043" y="522"/>
                      </a:cubicBezTo>
                      <a:cubicBezTo>
                        <a:pt x="1043" y="233"/>
                        <a:pt x="810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 rot="-5400000">
                  <a:off x="176579" y="272429"/>
                  <a:ext cx="79240" cy="79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6" h="1566" extrusionOk="0">
                      <a:moveTo>
                        <a:pt x="783" y="0"/>
                      </a:moveTo>
                      <a:cubicBezTo>
                        <a:pt x="350" y="0"/>
                        <a:pt x="0" y="350"/>
                        <a:pt x="0" y="783"/>
                      </a:cubicBezTo>
                      <a:cubicBezTo>
                        <a:pt x="0" y="1215"/>
                        <a:pt x="350" y="1565"/>
                        <a:pt x="783" y="1565"/>
                      </a:cubicBezTo>
                      <a:cubicBezTo>
                        <a:pt x="1215" y="1565"/>
                        <a:pt x="1565" y="1215"/>
                        <a:pt x="1565" y="783"/>
                      </a:cubicBezTo>
                      <a:cubicBezTo>
                        <a:pt x="1565" y="350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 rot="-5400000">
                  <a:off x="100350" y="196149"/>
                  <a:ext cx="231697" cy="231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9" h="4580" extrusionOk="0">
                      <a:moveTo>
                        <a:pt x="2289" y="155"/>
                      </a:moveTo>
                      <a:cubicBezTo>
                        <a:pt x="3466" y="155"/>
                        <a:pt x="4425" y="1112"/>
                        <a:pt x="4425" y="2290"/>
                      </a:cubicBezTo>
                      <a:cubicBezTo>
                        <a:pt x="4425" y="3467"/>
                        <a:pt x="3466" y="4426"/>
                        <a:pt x="2289" y="4426"/>
                      </a:cubicBezTo>
                      <a:cubicBezTo>
                        <a:pt x="1111" y="4426"/>
                        <a:pt x="154" y="3467"/>
                        <a:pt x="154" y="2290"/>
                      </a:cubicBezTo>
                      <a:cubicBezTo>
                        <a:pt x="154" y="1112"/>
                        <a:pt x="1111" y="155"/>
                        <a:pt x="2289" y="155"/>
                      </a:cubicBezTo>
                      <a:close/>
                      <a:moveTo>
                        <a:pt x="2289" y="1"/>
                      </a:moveTo>
                      <a:cubicBezTo>
                        <a:pt x="1026" y="1"/>
                        <a:pt x="0" y="1027"/>
                        <a:pt x="0" y="2290"/>
                      </a:cubicBezTo>
                      <a:cubicBezTo>
                        <a:pt x="0" y="3552"/>
                        <a:pt x="1026" y="4580"/>
                        <a:pt x="2289" y="4580"/>
                      </a:cubicBezTo>
                      <a:cubicBezTo>
                        <a:pt x="3551" y="4580"/>
                        <a:pt x="4579" y="3552"/>
                        <a:pt x="4579" y="2290"/>
                      </a:cubicBezTo>
                      <a:cubicBezTo>
                        <a:pt x="4579" y="1027"/>
                        <a:pt x="3551" y="1"/>
                        <a:pt x="22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 rot="-5400000">
                  <a:off x="908311" y="141695"/>
                  <a:ext cx="119821" cy="119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8" h="2368" extrusionOk="0">
                      <a:moveTo>
                        <a:pt x="1184" y="154"/>
                      </a:moveTo>
                      <a:cubicBezTo>
                        <a:pt x="1751" y="154"/>
                        <a:pt x="2214" y="616"/>
                        <a:pt x="2214" y="1184"/>
                      </a:cubicBezTo>
                      <a:cubicBezTo>
                        <a:pt x="2214" y="1751"/>
                        <a:pt x="1751" y="2213"/>
                        <a:pt x="1184" y="2213"/>
                      </a:cubicBezTo>
                      <a:cubicBezTo>
                        <a:pt x="617" y="2213"/>
                        <a:pt x="156" y="1751"/>
                        <a:pt x="156" y="1184"/>
                      </a:cubicBezTo>
                      <a:cubicBezTo>
                        <a:pt x="156" y="616"/>
                        <a:pt x="617" y="154"/>
                        <a:pt x="1184" y="154"/>
                      </a:cubicBezTo>
                      <a:close/>
                      <a:moveTo>
                        <a:pt x="1184" y="0"/>
                      </a:moveTo>
                      <a:cubicBezTo>
                        <a:pt x="531" y="0"/>
                        <a:pt x="1" y="531"/>
                        <a:pt x="1" y="1184"/>
                      </a:cubicBezTo>
                      <a:cubicBezTo>
                        <a:pt x="1" y="1836"/>
                        <a:pt x="531" y="2367"/>
                        <a:pt x="1184" y="2367"/>
                      </a:cubicBezTo>
                      <a:cubicBezTo>
                        <a:pt x="1837" y="2367"/>
                        <a:pt x="2367" y="1836"/>
                        <a:pt x="2367" y="1184"/>
                      </a:cubicBezTo>
                      <a:cubicBezTo>
                        <a:pt x="2367" y="531"/>
                        <a:pt x="1837" y="0"/>
                        <a:pt x="118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 rot="-5400000">
                  <a:off x="4055701" y="189669"/>
                  <a:ext cx="119821" cy="119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8" h="2368" extrusionOk="0">
                      <a:moveTo>
                        <a:pt x="1184" y="154"/>
                      </a:moveTo>
                      <a:cubicBezTo>
                        <a:pt x="1751" y="154"/>
                        <a:pt x="2214" y="617"/>
                        <a:pt x="2214" y="1184"/>
                      </a:cubicBezTo>
                      <a:cubicBezTo>
                        <a:pt x="2214" y="1751"/>
                        <a:pt x="1751" y="2212"/>
                        <a:pt x="1184" y="2212"/>
                      </a:cubicBezTo>
                      <a:cubicBezTo>
                        <a:pt x="616" y="2212"/>
                        <a:pt x="155" y="1751"/>
                        <a:pt x="155" y="1184"/>
                      </a:cubicBezTo>
                      <a:cubicBezTo>
                        <a:pt x="155" y="617"/>
                        <a:pt x="616" y="154"/>
                        <a:pt x="1184" y="154"/>
                      </a:cubicBezTo>
                      <a:close/>
                      <a:moveTo>
                        <a:pt x="1184" y="1"/>
                      </a:moveTo>
                      <a:cubicBezTo>
                        <a:pt x="531" y="1"/>
                        <a:pt x="0" y="531"/>
                        <a:pt x="0" y="1184"/>
                      </a:cubicBezTo>
                      <a:cubicBezTo>
                        <a:pt x="0" y="1837"/>
                        <a:pt x="531" y="2367"/>
                        <a:pt x="1184" y="2367"/>
                      </a:cubicBezTo>
                      <a:cubicBezTo>
                        <a:pt x="1836" y="2367"/>
                        <a:pt x="2367" y="1837"/>
                        <a:pt x="2367" y="1184"/>
                      </a:cubicBezTo>
                      <a:cubicBezTo>
                        <a:pt x="2367" y="531"/>
                        <a:pt x="1836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8" name="Google Shape;78;p2"/>
            <p:cNvSpPr/>
            <p:nvPr/>
          </p:nvSpPr>
          <p:spPr>
            <a:xfrm>
              <a:off x="8547511" y="3041416"/>
              <a:ext cx="53983" cy="53931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1"/>
                  </a:moveTo>
                  <a:cubicBezTo>
                    <a:pt x="234" y="1"/>
                    <a:pt x="0" y="233"/>
                    <a:pt x="0" y="521"/>
                  </a:cubicBezTo>
                  <a:cubicBezTo>
                    <a:pt x="0" y="809"/>
                    <a:pt x="234" y="1042"/>
                    <a:pt x="522" y="1042"/>
                  </a:cubicBezTo>
                  <a:cubicBezTo>
                    <a:pt x="810" y="1042"/>
                    <a:pt x="1043" y="809"/>
                    <a:pt x="1043" y="521"/>
                  </a:cubicBezTo>
                  <a:cubicBezTo>
                    <a:pt x="1043" y="233"/>
                    <a:pt x="810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9"/>
          <p:cNvSpPr txBox="1">
            <a:spLocks noGrp="1"/>
          </p:cNvSpPr>
          <p:nvPr>
            <p:ph type="title"/>
          </p:nvPr>
        </p:nvSpPr>
        <p:spPr>
          <a:xfrm>
            <a:off x="2680800" y="1575150"/>
            <a:ext cx="3782400" cy="10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9"/>
          <p:cNvSpPr txBox="1">
            <a:spLocks noGrp="1"/>
          </p:cNvSpPr>
          <p:nvPr>
            <p:ph type="subTitle" idx="1"/>
          </p:nvPr>
        </p:nvSpPr>
        <p:spPr>
          <a:xfrm>
            <a:off x="2680800" y="2662050"/>
            <a:ext cx="3782400" cy="9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52" name="Google Shape;452;p9"/>
          <p:cNvGrpSpPr/>
          <p:nvPr/>
        </p:nvGrpSpPr>
        <p:grpSpPr>
          <a:xfrm>
            <a:off x="134600" y="-1231097"/>
            <a:ext cx="8567375" cy="6298397"/>
            <a:chOff x="134600" y="-1231097"/>
            <a:chExt cx="8567375" cy="6298397"/>
          </a:xfrm>
        </p:grpSpPr>
        <p:grpSp>
          <p:nvGrpSpPr>
            <p:cNvPr id="453" name="Google Shape;453;p9"/>
            <p:cNvGrpSpPr/>
            <p:nvPr/>
          </p:nvGrpSpPr>
          <p:grpSpPr>
            <a:xfrm>
              <a:off x="134600" y="-1231097"/>
              <a:ext cx="5253445" cy="4180669"/>
              <a:chOff x="134600" y="-1231097"/>
              <a:chExt cx="5253445" cy="4180669"/>
            </a:xfrm>
          </p:grpSpPr>
          <p:sp>
            <p:nvSpPr>
              <p:cNvPr id="454" name="Google Shape;454;p9"/>
              <p:cNvSpPr/>
              <p:nvPr/>
            </p:nvSpPr>
            <p:spPr>
              <a:xfrm rot="-2700000">
                <a:off x="1222266" y="-613944"/>
                <a:ext cx="2965994" cy="2946364"/>
              </a:xfrm>
              <a:custGeom>
                <a:avLst/>
                <a:gdLst/>
                <a:ahLst/>
                <a:cxnLst/>
                <a:rect l="l" t="t" r="r" b="b"/>
                <a:pathLst>
                  <a:path w="30672" h="30469" extrusionOk="0">
                    <a:moveTo>
                      <a:pt x="217" y="1"/>
                    </a:moveTo>
                    <a:cubicBezTo>
                      <a:pt x="167" y="1"/>
                      <a:pt x="116" y="20"/>
                      <a:pt x="78" y="59"/>
                    </a:cubicBezTo>
                    <a:cubicBezTo>
                      <a:pt x="1" y="136"/>
                      <a:pt x="1" y="261"/>
                      <a:pt x="78" y="340"/>
                    </a:cubicBezTo>
                    <a:lnTo>
                      <a:pt x="4122" y="4384"/>
                    </a:lnTo>
                    <a:cubicBezTo>
                      <a:pt x="4159" y="4420"/>
                      <a:pt x="4209" y="4442"/>
                      <a:pt x="4261" y="4442"/>
                    </a:cubicBezTo>
                    <a:lnTo>
                      <a:pt x="11938" y="4442"/>
                    </a:lnTo>
                    <a:lnTo>
                      <a:pt x="18041" y="10543"/>
                    </a:lnTo>
                    <a:lnTo>
                      <a:pt x="18041" y="18056"/>
                    </a:lnTo>
                    <a:cubicBezTo>
                      <a:pt x="18041" y="18109"/>
                      <a:pt x="18062" y="18159"/>
                      <a:pt x="18099" y="18195"/>
                    </a:cubicBezTo>
                    <a:lnTo>
                      <a:pt x="30314" y="30411"/>
                    </a:lnTo>
                    <a:cubicBezTo>
                      <a:pt x="30353" y="30450"/>
                      <a:pt x="30403" y="30469"/>
                      <a:pt x="30454" y="30469"/>
                    </a:cubicBezTo>
                    <a:cubicBezTo>
                      <a:pt x="30505" y="30469"/>
                      <a:pt x="30555" y="30449"/>
                      <a:pt x="30593" y="30411"/>
                    </a:cubicBezTo>
                    <a:cubicBezTo>
                      <a:pt x="30671" y="30333"/>
                      <a:pt x="30671" y="30207"/>
                      <a:pt x="30593" y="30130"/>
                    </a:cubicBezTo>
                    <a:lnTo>
                      <a:pt x="18437" y="17974"/>
                    </a:lnTo>
                    <a:lnTo>
                      <a:pt x="18437" y="10461"/>
                    </a:lnTo>
                    <a:cubicBezTo>
                      <a:pt x="18437" y="10408"/>
                      <a:pt x="18416" y="10359"/>
                      <a:pt x="18379" y="10322"/>
                    </a:cubicBezTo>
                    <a:lnTo>
                      <a:pt x="12161" y="4104"/>
                    </a:lnTo>
                    <a:cubicBezTo>
                      <a:pt x="12124" y="4066"/>
                      <a:pt x="12073" y="4046"/>
                      <a:pt x="12021" y="4046"/>
                    </a:cubicBezTo>
                    <a:lnTo>
                      <a:pt x="4344" y="4046"/>
                    </a:lnTo>
                    <a:lnTo>
                      <a:pt x="358" y="59"/>
                    </a:lnTo>
                    <a:cubicBezTo>
                      <a:pt x="319" y="20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5" name="Google Shape;455;p9"/>
              <p:cNvGrpSpPr/>
              <p:nvPr/>
            </p:nvGrpSpPr>
            <p:grpSpPr>
              <a:xfrm>
                <a:off x="4775145" y="548019"/>
                <a:ext cx="612900" cy="612600"/>
                <a:chOff x="215045" y="562556"/>
                <a:chExt cx="612900" cy="612600"/>
              </a:xfrm>
            </p:grpSpPr>
            <p:sp>
              <p:nvSpPr>
                <p:cNvPr id="456" name="Google Shape;456;p9"/>
                <p:cNvSpPr/>
                <p:nvPr/>
              </p:nvSpPr>
              <p:spPr>
                <a:xfrm>
                  <a:off x="358236" y="705745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9"/>
                <p:cNvSpPr/>
                <p:nvPr/>
              </p:nvSpPr>
              <p:spPr>
                <a:xfrm>
                  <a:off x="215045" y="562556"/>
                  <a:ext cx="612900" cy="6126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8" name="Google Shape;458;p9"/>
              <p:cNvSpPr/>
              <p:nvPr/>
            </p:nvSpPr>
            <p:spPr>
              <a:xfrm>
                <a:off x="134600" y="611701"/>
                <a:ext cx="499200" cy="4989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9" name="Google Shape;459;p9"/>
            <p:cNvSpPr/>
            <p:nvPr/>
          </p:nvSpPr>
          <p:spPr>
            <a:xfrm>
              <a:off x="713237" y="4604000"/>
              <a:ext cx="1439100" cy="175800"/>
            </a:xfrm>
            <a:prstGeom prst="roundRect">
              <a:avLst>
                <a:gd name="adj" fmla="val 50000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0" name="Google Shape;460;p9"/>
            <p:cNvGrpSpPr/>
            <p:nvPr/>
          </p:nvGrpSpPr>
          <p:grpSpPr>
            <a:xfrm rot="5400000">
              <a:off x="7894175" y="1076100"/>
              <a:ext cx="1344400" cy="271200"/>
              <a:chOff x="3686625" y="4603950"/>
              <a:chExt cx="1344400" cy="271200"/>
            </a:xfrm>
          </p:grpSpPr>
          <p:sp>
            <p:nvSpPr>
              <p:cNvPr id="461" name="Google Shape;461;p9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9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9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9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9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6" name="Google Shape;466;p9"/>
            <p:cNvSpPr/>
            <p:nvPr/>
          </p:nvSpPr>
          <p:spPr>
            <a:xfrm>
              <a:off x="713237" y="4891500"/>
              <a:ext cx="1439100" cy="175800"/>
            </a:xfrm>
            <a:prstGeom prst="roundRect">
              <a:avLst>
                <a:gd name="adj" fmla="val 50000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9"/>
          <p:cNvGrpSpPr/>
          <p:nvPr/>
        </p:nvGrpSpPr>
        <p:grpSpPr>
          <a:xfrm>
            <a:off x="133259" y="78406"/>
            <a:ext cx="8924380" cy="4951894"/>
            <a:chOff x="133259" y="78406"/>
            <a:chExt cx="8924380" cy="4951894"/>
          </a:xfrm>
        </p:grpSpPr>
        <p:grpSp>
          <p:nvGrpSpPr>
            <p:cNvPr id="468" name="Google Shape;468;p9"/>
            <p:cNvGrpSpPr/>
            <p:nvPr/>
          </p:nvGrpSpPr>
          <p:grpSpPr>
            <a:xfrm>
              <a:off x="133259" y="3989218"/>
              <a:ext cx="335775" cy="1041083"/>
              <a:chOff x="133259" y="3989218"/>
              <a:chExt cx="335775" cy="1041083"/>
            </a:xfrm>
          </p:grpSpPr>
          <p:sp>
            <p:nvSpPr>
              <p:cNvPr id="469" name="Google Shape;469;p9"/>
              <p:cNvSpPr/>
              <p:nvPr/>
            </p:nvSpPr>
            <p:spPr>
              <a:xfrm rot="-5400000" flipH="1">
                <a:off x="410605" y="4174125"/>
                <a:ext cx="58450" cy="58409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1396" extrusionOk="0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6"/>
                      <a:pt x="698" y="1396"/>
                    </a:cubicBezTo>
                    <a:cubicBezTo>
                      <a:pt x="1084" y="1396"/>
                      <a:pt x="1397" y="1083"/>
                      <a:pt x="1397" y="698"/>
                    </a:cubicBezTo>
                    <a:cubicBezTo>
                      <a:pt x="1397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9"/>
              <p:cNvSpPr/>
              <p:nvPr/>
            </p:nvSpPr>
            <p:spPr>
              <a:xfrm rot="-5400000" flipH="1">
                <a:off x="319438" y="4082958"/>
                <a:ext cx="58409" cy="58450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1397" extrusionOk="0">
                    <a:moveTo>
                      <a:pt x="698" y="1"/>
                    </a:moveTo>
                    <a:cubicBezTo>
                      <a:pt x="312" y="1"/>
                      <a:pt x="0" y="314"/>
                      <a:pt x="0" y="699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699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 rot="-5400000" flipH="1">
                <a:off x="225718" y="3989238"/>
                <a:ext cx="58450" cy="58409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1396" extrusionOk="0">
                    <a:moveTo>
                      <a:pt x="700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6"/>
                      <a:pt x="700" y="1396"/>
                    </a:cubicBezTo>
                    <a:cubicBezTo>
                      <a:pt x="1085" y="1396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7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 rot="-5400000" flipH="1">
                <a:off x="318166" y="4971829"/>
                <a:ext cx="58450" cy="58492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1398" extrusionOk="0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 rot="-5400000" flipH="1">
                <a:off x="226999" y="4880703"/>
                <a:ext cx="58450" cy="58409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1396" extrusionOk="0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 rot="-5400000" flipH="1">
                <a:off x="133301" y="4786963"/>
                <a:ext cx="58409" cy="58492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1398" extrusionOk="0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5" name="Google Shape;475;p9"/>
            <p:cNvGrpSpPr/>
            <p:nvPr/>
          </p:nvGrpSpPr>
          <p:grpSpPr>
            <a:xfrm>
              <a:off x="6064674" y="78406"/>
              <a:ext cx="2992965" cy="515083"/>
              <a:chOff x="6064674" y="78406"/>
              <a:chExt cx="2992965" cy="515083"/>
            </a:xfrm>
          </p:grpSpPr>
          <p:sp>
            <p:nvSpPr>
              <p:cNvPr id="476" name="Google Shape;476;p9"/>
              <p:cNvSpPr/>
              <p:nvPr/>
            </p:nvSpPr>
            <p:spPr>
              <a:xfrm rot="-5400000" flipH="1">
                <a:off x="9003476" y="539326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 rot="-5400000" flipH="1">
                <a:off x="8919009" y="454809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0"/>
                    </a:moveTo>
                    <a:cubicBezTo>
                      <a:pt x="243" y="0"/>
                      <a:pt x="0" y="242"/>
                      <a:pt x="0" y="541"/>
                    </a:cubicBezTo>
                    <a:cubicBezTo>
                      <a:pt x="0" y="842"/>
                      <a:pt x="243" y="1084"/>
                      <a:pt x="543" y="1084"/>
                    </a:cubicBezTo>
                    <a:cubicBezTo>
                      <a:pt x="842" y="1084"/>
                      <a:pt x="1084" y="842"/>
                      <a:pt x="1084" y="541"/>
                    </a:cubicBezTo>
                    <a:cubicBezTo>
                      <a:pt x="1084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 rot="-5400000" flipH="1">
                <a:off x="8832095" y="367945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2" y="1"/>
                      <a:pt x="0" y="243"/>
                      <a:pt x="0" y="544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4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 rot="-5400000" flipH="1">
                <a:off x="6236055" y="249737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2"/>
                      <a:pt x="244" y="1085"/>
                      <a:pt x="543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 rot="-5400000" flipH="1">
                <a:off x="6151538" y="165220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3"/>
                      <a:pt x="244" y="1085"/>
                      <a:pt x="543" y="1085"/>
                    </a:cubicBezTo>
                    <a:cubicBezTo>
                      <a:pt x="842" y="1085"/>
                      <a:pt x="1085" y="843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 rot="-5400000" flipH="1">
                <a:off x="6064699" y="78381"/>
                <a:ext cx="5411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4" y="842"/>
                      <a:pt x="1084" y="543"/>
                    </a:cubicBezTo>
                    <a:cubicBezTo>
                      <a:pt x="1084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2" name="Google Shape;482;p9"/>
          <p:cNvGrpSpPr/>
          <p:nvPr/>
        </p:nvGrpSpPr>
        <p:grpSpPr>
          <a:xfrm>
            <a:off x="106959" y="-66472"/>
            <a:ext cx="8680702" cy="5297486"/>
            <a:chOff x="106959" y="-66472"/>
            <a:chExt cx="8680702" cy="5297486"/>
          </a:xfrm>
        </p:grpSpPr>
        <p:grpSp>
          <p:nvGrpSpPr>
            <p:cNvPr id="483" name="Google Shape;483;p9"/>
            <p:cNvGrpSpPr/>
            <p:nvPr/>
          </p:nvGrpSpPr>
          <p:grpSpPr>
            <a:xfrm>
              <a:off x="106959" y="-66472"/>
              <a:ext cx="8680702" cy="5297486"/>
              <a:chOff x="106959" y="-66472"/>
              <a:chExt cx="8680702" cy="5297486"/>
            </a:xfrm>
          </p:grpSpPr>
          <p:grpSp>
            <p:nvGrpSpPr>
              <p:cNvPr id="484" name="Google Shape;484;p9"/>
              <p:cNvGrpSpPr/>
              <p:nvPr/>
            </p:nvGrpSpPr>
            <p:grpSpPr>
              <a:xfrm>
                <a:off x="106959" y="3375371"/>
                <a:ext cx="2388523" cy="1855644"/>
                <a:chOff x="106959" y="3375371"/>
                <a:chExt cx="2388523" cy="1855644"/>
              </a:xfrm>
            </p:grpSpPr>
            <p:sp>
              <p:nvSpPr>
                <p:cNvPr id="485" name="Google Shape;485;p9"/>
                <p:cNvSpPr/>
                <p:nvPr/>
              </p:nvSpPr>
              <p:spPr>
                <a:xfrm rot="-5400000" flipH="1">
                  <a:off x="380773" y="3910916"/>
                  <a:ext cx="1283316" cy="1274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72" h="30469" extrusionOk="0">
                      <a:moveTo>
                        <a:pt x="217" y="1"/>
                      </a:moveTo>
                      <a:cubicBezTo>
                        <a:pt x="167" y="1"/>
                        <a:pt x="116" y="20"/>
                        <a:pt x="78" y="59"/>
                      </a:cubicBezTo>
                      <a:cubicBezTo>
                        <a:pt x="1" y="136"/>
                        <a:pt x="1" y="261"/>
                        <a:pt x="78" y="340"/>
                      </a:cubicBezTo>
                      <a:lnTo>
                        <a:pt x="4122" y="4384"/>
                      </a:lnTo>
                      <a:cubicBezTo>
                        <a:pt x="4159" y="4420"/>
                        <a:pt x="4209" y="4442"/>
                        <a:pt x="4261" y="4442"/>
                      </a:cubicBezTo>
                      <a:lnTo>
                        <a:pt x="11938" y="4442"/>
                      </a:lnTo>
                      <a:lnTo>
                        <a:pt x="18041" y="10543"/>
                      </a:lnTo>
                      <a:lnTo>
                        <a:pt x="18041" y="18056"/>
                      </a:lnTo>
                      <a:cubicBezTo>
                        <a:pt x="18041" y="18109"/>
                        <a:pt x="18062" y="18159"/>
                        <a:pt x="18099" y="18195"/>
                      </a:cubicBezTo>
                      <a:lnTo>
                        <a:pt x="30314" y="30411"/>
                      </a:lnTo>
                      <a:cubicBezTo>
                        <a:pt x="30353" y="30450"/>
                        <a:pt x="30403" y="30469"/>
                        <a:pt x="30454" y="30469"/>
                      </a:cubicBezTo>
                      <a:cubicBezTo>
                        <a:pt x="30505" y="30469"/>
                        <a:pt x="30555" y="30449"/>
                        <a:pt x="30593" y="30411"/>
                      </a:cubicBezTo>
                      <a:cubicBezTo>
                        <a:pt x="30671" y="30333"/>
                        <a:pt x="30671" y="30207"/>
                        <a:pt x="30593" y="30130"/>
                      </a:cubicBezTo>
                      <a:lnTo>
                        <a:pt x="18437" y="17974"/>
                      </a:lnTo>
                      <a:lnTo>
                        <a:pt x="18437" y="10461"/>
                      </a:lnTo>
                      <a:cubicBezTo>
                        <a:pt x="18437" y="10408"/>
                        <a:pt x="18416" y="10359"/>
                        <a:pt x="18379" y="10322"/>
                      </a:cubicBezTo>
                      <a:lnTo>
                        <a:pt x="12161" y="4104"/>
                      </a:lnTo>
                      <a:cubicBezTo>
                        <a:pt x="12124" y="4066"/>
                        <a:pt x="12073" y="4046"/>
                        <a:pt x="12021" y="4046"/>
                      </a:cubicBezTo>
                      <a:lnTo>
                        <a:pt x="4344" y="4046"/>
                      </a:lnTo>
                      <a:lnTo>
                        <a:pt x="358" y="59"/>
                      </a:lnTo>
                      <a:cubicBezTo>
                        <a:pt x="319" y="20"/>
                        <a:pt x="268" y="1"/>
                        <a:pt x="21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9"/>
                <p:cNvSpPr/>
                <p:nvPr/>
              </p:nvSpPr>
              <p:spPr>
                <a:xfrm rot="-5400000" flipH="1">
                  <a:off x="414815" y="4316978"/>
                  <a:ext cx="691029" cy="1137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6" h="27176" extrusionOk="0">
                      <a:moveTo>
                        <a:pt x="199" y="1"/>
                      </a:moveTo>
                      <a:cubicBezTo>
                        <a:pt x="89" y="1"/>
                        <a:pt x="0" y="89"/>
                        <a:pt x="0" y="198"/>
                      </a:cubicBezTo>
                      <a:lnTo>
                        <a:pt x="0" y="3234"/>
                      </a:lnTo>
                      <a:cubicBezTo>
                        <a:pt x="0" y="3287"/>
                        <a:pt x="22" y="3337"/>
                        <a:pt x="58" y="3375"/>
                      </a:cubicBezTo>
                      <a:lnTo>
                        <a:pt x="8117" y="11432"/>
                      </a:lnTo>
                      <a:lnTo>
                        <a:pt x="8117" y="18999"/>
                      </a:lnTo>
                      <a:cubicBezTo>
                        <a:pt x="8117" y="20426"/>
                        <a:pt x="15344" y="26448"/>
                        <a:pt x="16168" y="27129"/>
                      </a:cubicBezTo>
                      <a:cubicBezTo>
                        <a:pt x="16205" y="27160"/>
                        <a:pt x="16249" y="27175"/>
                        <a:pt x="16293" y="27175"/>
                      </a:cubicBezTo>
                      <a:cubicBezTo>
                        <a:pt x="16350" y="27175"/>
                        <a:pt x="16407" y="27151"/>
                        <a:pt x="16446" y="27103"/>
                      </a:cubicBezTo>
                      <a:cubicBezTo>
                        <a:pt x="16515" y="27019"/>
                        <a:pt x="16504" y="26895"/>
                        <a:pt x="16420" y="26826"/>
                      </a:cubicBezTo>
                      <a:cubicBezTo>
                        <a:pt x="13363" y="24296"/>
                        <a:pt x="8513" y="19933"/>
                        <a:pt x="8513" y="18999"/>
                      </a:cubicBezTo>
                      <a:lnTo>
                        <a:pt x="8513" y="11351"/>
                      </a:lnTo>
                      <a:cubicBezTo>
                        <a:pt x="8513" y="11298"/>
                        <a:pt x="8492" y="11248"/>
                        <a:pt x="8455" y="11210"/>
                      </a:cubicBezTo>
                      <a:lnTo>
                        <a:pt x="396" y="3152"/>
                      </a:lnTo>
                      <a:lnTo>
                        <a:pt x="396" y="198"/>
                      </a:lnTo>
                      <a:cubicBezTo>
                        <a:pt x="396" y="89"/>
                        <a:pt x="308" y="1"/>
                        <a:pt x="19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9"/>
                <p:cNvSpPr/>
                <p:nvPr/>
              </p:nvSpPr>
              <p:spPr>
                <a:xfrm rot="-5400000" flipH="1">
                  <a:off x="625092" y="4842774"/>
                  <a:ext cx="84391" cy="84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2017" extrusionOk="0">
                      <a:moveTo>
                        <a:pt x="1009" y="1"/>
                      </a:moveTo>
                      <a:cubicBezTo>
                        <a:pt x="452" y="1"/>
                        <a:pt x="1" y="452"/>
                        <a:pt x="1" y="1009"/>
                      </a:cubicBezTo>
                      <a:cubicBezTo>
                        <a:pt x="1" y="1566"/>
                        <a:pt x="452" y="2016"/>
                        <a:pt x="1009" y="2016"/>
                      </a:cubicBezTo>
                      <a:cubicBezTo>
                        <a:pt x="1566" y="2016"/>
                        <a:pt x="2016" y="1566"/>
                        <a:pt x="2016" y="1009"/>
                      </a:cubicBezTo>
                      <a:cubicBezTo>
                        <a:pt x="2016" y="452"/>
                        <a:pt x="1566" y="1"/>
                        <a:pt x="100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9"/>
                <p:cNvSpPr/>
                <p:nvPr/>
              </p:nvSpPr>
              <p:spPr>
                <a:xfrm rot="-5400000" flipH="1">
                  <a:off x="543966" y="4761648"/>
                  <a:ext cx="246689" cy="246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6" h="5896" extrusionOk="0">
                      <a:moveTo>
                        <a:pt x="2948" y="198"/>
                      </a:moveTo>
                      <a:cubicBezTo>
                        <a:pt x="4464" y="198"/>
                        <a:pt x="5697" y="1431"/>
                        <a:pt x="5697" y="2948"/>
                      </a:cubicBezTo>
                      <a:cubicBezTo>
                        <a:pt x="5697" y="4463"/>
                        <a:pt x="4464" y="5697"/>
                        <a:pt x="2948" y="5697"/>
                      </a:cubicBezTo>
                      <a:cubicBezTo>
                        <a:pt x="1433" y="5697"/>
                        <a:pt x="200" y="4463"/>
                        <a:pt x="200" y="2948"/>
                      </a:cubicBezTo>
                      <a:cubicBezTo>
                        <a:pt x="200" y="1432"/>
                        <a:pt x="1433" y="198"/>
                        <a:pt x="2948" y="198"/>
                      </a:cubicBezTo>
                      <a:close/>
                      <a:moveTo>
                        <a:pt x="2948" y="1"/>
                      </a:moveTo>
                      <a:cubicBezTo>
                        <a:pt x="1324" y="1"/>
                        <a:pt x="1" y="1322"/>
                        <a:pt x="1" y="2948"/>
                      </a:cubicBezTo>
                      <a:cubicBezTo>
                        <a:pt x="1" y="4572"/>
                        <a:pt x="1324" y="5895"/>
                        <a:pt x="2948" y="5895"/>
                      </a:cubicBezTo>
                      <a:cubicBezTo>
                        <a:pt x="4574" y="5895"/>
                        <a:pt x="5895" y="4572"/>
                        <a:pt x="5895" y="2948"/>
                      </a:cubicBezTo>
                      <a:cubicBezTo>
                        <a:pt x="5895" y="1322"/>
                        <a:pt x="4574" y="1"/>
                        <a:pt x="294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9"/>
                <p:cNvSpPr/>
                <p:nvPr/>
              </p:nvSpPr>
              <p:spPr>
                <a:xfrm rot="-5400000" flipH="1">
                  <a:off x="311195" y="3830418"/>
                  <a:ext cx="133344" cy="133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7" h="3186" extrusionOk="0">
                      <a:moveTo>
                        <a:pt x="1593" y="0"/>
                      </a:moveTo>
                      <a:cubicBezTo>
                        <a:pt x="714" y="0"/>
                        <a:pt x="1" y="713"/>
                        <a:pt x="1" y="1593"/>
                      </a:cubicBezTo>
                      <a:cubicBezTo>
                        <a:pt x="1" y="2472"/>
                        <a:pt x="714" y="3185"/>
                        <a:pt x="1593" y="3185"/>
                      </a:cubicBezTo>
                      <a:cubicBezTo>
                        <a:pt x="2473" y="3185"/>
                        <a:pt x="3187" y="2472"/>
                        <a:pt x="3187" y="1593"/>
                      </a:cubicBezTo>
                      <a:cubicBezTo>
                        <a:pt x="3187" y="713"/>
                        <a:pt x="2473" y="0"/>
                        <a:pt x="15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9"/>
                <p:cNvSpPr/>
                <p:nvPr/>
              </p:nvSpPr>
              <p:spPr>
                <a:xfrm rot="-5400000" flipH="1">
                  <a:off x="349771" y="3868993"/>
                  <a:ext cx="56191" cy="56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3" h="1342" extrusionOk="0">
                      <a:moveTo>
                        <a:pt x="671" y="1"/>
                      </a:moveTo>
                      <a:cubicBezTo>
                        <a:pt x="301" y="1"/>
                        <a:pt x="1" y="301"/>
                        <a:pt x="1" y="671"/>
                      </a:cubicBezTo>
                      <a:cubicBezTo>
                        <a:pt x="1" y="1041"/>
                        <a:pt x="301" y="1341"/>
                        <a:pt x="671" y="1341"/>
                      </a:cubicBezTo>
                      <a:cubicBezTo>
                        <a:pt x="1042" y="1341"/>
                        <a:pt x="1343" y="1041"/>
                        <a:pt x="1343" y="671"/>
                      </a:cubicBezTo>
                      <a:cubicBezTo>
                        <a:pt x="1343" y="301"/>
                        <a:pt x="1042" y="1"/>
                        <a:pt x="6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9"/>
                <p:cNvSpPr/>
                <p:nvPr/>
              </p:nvSpPr>
              <p:spPr>
                <a:xfrm rot="-5400000" flipH="1">
                  <a:off x="106959" y="4481662"/>
                  <a:ext cx="133302" cy="133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6" h="3186" extrusionOk="0">
                      <a:moveTo>
                        <a:pt x="1593" y="0"/>
                      </a:moveTo>
                      <a:cubicBezTo>
                        <a:pt x="713" y="0"/>
                        <a:pt x="1" y="713"/>
                        <a:pt x="1" y="1592"/>
                      </a:cubicBezTo>
                      <a:cubicBezTo>
                        <a:pt x="1" y="2472"/>
                        <a:pt x="713" y="3186"/>
                        <a:pt x="1593" y="3186"/>
                      </a:cubicBezTo>
                      <a:cubicBezTo>
                        <a:pt x="2473" y="3186"/>
                        <a:pt x="3185" y="2472"/>
                        <a:pt x="3185" y="1592"/>
                      </a:cubicBezTo>
                      <a:cubicBezTo>
                        <a:pt x="3185" y="713"/>
                        <a:pt x="2473" y="0"/>
                        <a:pt x="15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9"/>
                <p:cNvSpPr/>
                <p:nvPr/>
              </p:nvSpPr>
              <p:spPr>
                <a:xfrm rot="-5400000" flipH="1">
                  <a:off x="145534" y="4520237"/>
                  <a:ext cx="56149" cy="56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2" h="1342" extrusionOk="0">
                      <a:moveTo>
                        <a:pt x="671" y="0"/>
                      </a:moveTo>
                      <a:cubicBezTo>
                        <a:pt x="301" y="0"/>
                        <a:pt x="1" y="300"/>
                        <a:pt x="1" y="670"/>
                      </a:cubicBezTo>
                      <a:cubicBezTo>
                        <a:pt x="1" y="1042"/>
                        <a:pt x="301" y="1342"/>
                        <a:pt x="671" y="1342"/>
                      </a:cubicBezTo>
                      <a:cubicBezTo>
                        <a:pt x="1041" y="1342"/>
                        <a:pt x="1341" y="1042"/>
                        <a:pt x="1341" y="670"/>
                      </a:cubicBezTo>
                      <a:cubicBezTo>
                        <a:pt x="1341" y="300"/>
                        <a:pt x="1041" y="0"/>
                        <a:pt x="6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9"/>
                <p:cNvSpPr/>
                <p:nvPr/>
              </p:nvSpPr>
              <p:spPr>
                <a:xfrm rot="-5400000" flipH="1">
                  <a:off x="2329961" y="4788504"/>
                  <a:ext cx="84391" cy="84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2017" extrusionOk="0">
                      <a:moveTo>
                        <a:pt x="1009" y="1"/>
                      </a:moveTo>
                      <a:cubicBezTo>
                        <a:pt x="453" y="1"/>
                        <a:pt x="1" y="452"/>
                        <a:pt x="1" y="1008"/>
                      </a:cubicBezTo>
                      <a:cubicBezTo>
                        <a:pt x="1" y="1565"/>
                        <a:pt x="453" y="2016"/>
                        <a:pt x="1009" y="2016"/>
                      </a:cubicBezTo>
                      <a:cubicBezTo>
                        <a:pt x="1566" y="2016"/>
                        <a:pt x="2017" y="1565"/>
                        <a:pt x="2017" y="1008"/>
                      </a:cubicBezTo>
                      <a:cubicBezTo>
                        <a:pt x="2017" y="452"/>
                        <a:pt x="1566" y="1"/>
                        <a:pt x="100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9"/>
                <p:cNvSpPr/>
                <p:nvPr/>
              </p:nvSpPr>
              <p:spPr>
                <a:xfrm rot="-5400000" flipH="1">
                  <a:off x="2248814" y="4707400"/>
                  <a:ext cx="246647" cy="246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896" extrusionOk="0">
                      <a:moveTo>
                        <a:pt x="2947" y="199"/>
                      </a:moveTo>
                      <a:cubicBezTo>
                        <a:pt x="4463" y="199"/>
                        <a:pt x="5696" y="1432"/>
                        <a:pt x="5696" y="2948"/>
                      </a:cubicBezTo>
                      <a:cubicBezTo>
                        <a:pt x="5696" y="4465"/>
                        <a:pt x="4463" y="5698"/>
                        <a:pt x="2947" y="5698"/>
                      </a:cubicBezTo>
                      <a:cubicBezTo>
                        <a:pt x="1432" y="5698"/>
                        <a:pt x="199" y="4465"/>
                        <a:pt x="199" y="2948"/>
                      </a:cubicBezTo>
                      <a:cubicBezTo>
                        <a:pt x="199" y="1432"/>
                        <a:pt x="1432" y="199"/>
                        <a:pt x="2947" y="199"/>
                      </a:cubicBezTo>
                      <a:close/>
                      <a:moveTo>
                        <a:pt x="2947" y="1"/>
                      </a:moveTo>
                      <a:cubicBezTo>
                        <a:pt x="1322" y="1"/>
                        <a:pt x="0" y="1324"/>
                        <a:pt x="0" y="2948"/>
                      </a:cubicBezTo>
                      <a:cubicBezTo>
                        <a:pt x="0" y="4573"/>
                        <a:pt x="1322" y="5895"/>
                        <a:pt x="2947" y="5895"/>
                      </a:cubicBezTo>
                      <a:cubicBezTo>
                        <a:pt x="4573" y="5895"/>
                        <a:pt x="5895" y="4573"/>
                        <a:pt x="5895" y="2948"/>
                      </a:cubicBezTo>
                      <a:cubicBezTo>
                        <a:pt x="5895" y="1324"/>
                        <a:pt x="4572" y="1"/>
                        <a:pt x="294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9"/>
                <p:cNvSpPr/>
                <p:nvPr/>
              </p:nvSpPr>
              <p:spPr>
                <a:xfrm rot="-5400000" flipH="1">
                  <a:off x="212773" y="3456454"/>
                  <a:ext cx="84391" cy="84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2017" extrusionOk="0">
                      <a:moveTo>
                        <a:pt x="1009" y="1"/>
                      </a:moveTo>
                      <a:cubicBezTo>
                        <a:pt x="453" y="1"/>
                        <a:pt x="1" y="452"/>
                        <a:pt x="1" y="1008"/>
                      </a:cubicBezTo>
                      <a:cubicBezTo>
                        <a:pt x="1" y="1565"/>
                        <a:pt x="453" y="2016"/>
                        <a:pt x="1009" y="2016"/>
                      </a:cubicBezTo>
                      <a:cubicBezTo>
                        <a:pt x="1566" y="2016"/>
                        <a:pt x="2017" y="1565"/>
                        <a:pt x="2017" y="1008"/>
                      </a:cubicBezTo>
                      <a:cubicBezTo>
                        <a:pt x="2017" y="452"/>
                        <a:pt x="1566" y="1"/>
                        <a:pt x="100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9"/>
                <p:cNvSpPr/>
                <p:nvPr/>
              </p:nvSpPr>
              <p:spPr>
                <a:xfrm rot="-5400000" flipH="1">
                  <a:off x="131627" y="3375350"/>
                  <a:ext cx="246647" cy="246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896" extrusionOk="0">
                      <a:moveTo>
                        <a:pt x="2947" y="199"/>
                      </a:moveTo>
                      <a:cubicBezTo>
                        <a:pt x="4463" y="199"/>
                        <a:pt x="5696" y="1432"/>
                        <a:pt x="5696" y="2948"/>
                      </a:cubicBezTo>
                      <a:cubicBezTo>
                        <a:pt x="5696" y="4465"/>
                        <a:pt x="4463" y="5698"/>
                        <a:pt x="2947" y="5698"/>
                      </a:cubicBezTo>
                      <a:cubicBezTo>
                        <a:pt x="1432" y="5698"/>
                        <a:pt x="199" y="4465"/>
                        <a:pt x="199" y="2948"/>
                      </a:cubicBezTo>
                      <a:cubicBezTo>
                        <a:pt x="199" y="1432"/>
                        <a:pt x="1432" y="199"/>
                        <a:pt x="2947" y="199"/>
                      </a:cubicBezTo>
                      <a:close/>
                      <a:moveTo>
                        <a:pt x="2947" y="1"/>
                      </a:moveTo>
                      <a:cubicBezTo>
                        <a:pt x="1322" y="1"/>
                        <a:pt x="0" y="1324"/>
                        <a:pt x="0" y="2948"/>
                      </a:cubicBezTo>
                      <a:cubicBezTo>
                        <a:pt x="0" y="4573"/>
                        <a:pt x="1322" y="5895"/>
                        <a:pt x="2947" y="5895"/>
                      </a:cubicBezTo>
                      <a:cubicBezTo>
                        <a:pt x="4573" y="5895"/>
                        <a:pt x="5895" y="4573"/>
                        <a:pt x="5895" y="2948"/>
                      </a:cubicBezTo>
                      <a:cubicBezTo>
                        <a:pt x="5895" y="1324"/>
                        <a:pt x="4572" y="1"/>
                        <a:pt x="294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97" name="Google Shape;497;p9"/>
              <p:cNvGrpSpPr/>
              <p:nvPr/>
            </p:nvGrpSpPr>
            <p:grpSpPr>
              <a:xfrm>
                <a:off x="7573422" y="-66472"/>
                <a:ext cx="1214239" cy="1315478"/>
                <a:chOff x="7573422" y="-66472"/>
                <a:chExt cx="1214239" cy="1315478"/>
              </a:xfrm>
            </p:grpSpPr>
            <p:sp>
              <p:nvSpPr>
                <p:cNvPr id="498" name="Google Shape;498;p9"/>
                <p:cNvSpPr/>
                <p:nvPr/>
              </p:nvSpPr>
              <p:spPr>
                <a:xfrm rot="-5400000" flipH="1">
                  <a:off x="7523677" y="16421"/>
                  <a:ext cx="283146" cy="183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3679" extrusionOk="0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8"/>
                        <a:pt x="69" y="308"/>
                        <a:pt x="154" y="308"/>
                      </a:cubicBezTo>
                      <a:lnTo>
                        <a:pt x="3462" y="308"/>
                      </a:lnTo>
                      <a:lnTo>
                        <a:pt x="5364" y="2210"/>
                      </a:lnTo>
                      <a:lnTo>
                        <a:pt x="5364" y="3524"/>
                      </a:lnTo>
                      <a:cubicBezTo>
                        <a:pt x="5364" y="3610"/>
                        <a:pt x="5432" y="3678"/>
                        <a:pt x="5518" y="3678"/>
                      </a:cubicBezTo>
                      <a:cubicBezTo>
                        <a:pt x="5603" y="3678"/>
                        <a:pt x="5671" y="3610"/>
                        <a:pt x="5671" y="3524"/>
                      </a:cubicBezTo>
                      <a:lnTo>
                        <a:pt x="5671" y="2146"/>
                      </a:lnTo>
                      <a:cubicBezTo>
                        <a:pt x="5671" y="2105"/>
                        <a:pt x="5655" y="2066"/>
                        <a:pt x="5626" y="2037"/>
                      </a:cubicBezTo>
                      <a:lnTo>
                        <a:pt x="3634" y="45"/>
                      </a:lnTo>
                      <a:cubicBezTo>
                        <a:pt x="3605" y="16"/>
                        <a:pt x="3566" y="0"/>
                        <a:pt x="352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9"/>
                <p:cNvSpPr/>
                <p:nvPr/>
              </p:nvSpPr>
              <p:spPr>
                <a:xfrm rot="-5400000" flipH="1">
                  <a:off x="8025348" y="279748"/>
                  <a:ext cx="831517" cy="13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7" h="2786" extrusionOk="0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0" name="Google Shape;500;p9"/>
                <p:cNvSpPr/>
                <p:nvPr/>
              </p:nvSpPr>
              <p:spPr>
                <a:xfrm rot="-5400000" flipH="1">
                  <a:off x="8027276" y="446057"/>
                  <a:ext cx="1221492" cy="19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69" h="3935" extrusionOk="0">
                      <a:moveTo>
                        <a:pt x="20637" y="1"/>
                      </a:moveTo>
                      <a:cubicBezTo>
                        <a:pt x="20596" y="1"/>
                        <a:pt x="20557" y="17"/>
                        <a:pt x="20529" y="47"/>
                      </a:cubicBezTo>
                      <a:lnTo>
                        <a:pt x="16947" y="3627"/>
                      </a:lnTo>
                      <a:lnTo>
                        <a:pt x="6092" y="3627"/>
                      </a:lnTo>
                      <a:lnTo>
                        <a:pt x="4400" y="1936"/>
                      </a:lnTo>
                      <a:cubicBezTo>
                        <a:pt x="4372" y="1907"/>
                        <a:pt x="4332" y="1891"/>
                        <a:pt x="4291" y="1891"/>
                      </a:cubicBezTo>
                      <a:lnTo>
                        <a:pt x="154" y="1891"/>
                      </a:lnTo>
                      <a:cubicBezTo>
                        <a:pt x="69" y="1891"/>
                        <a:pt x="0" y="1959"/>
                        <a:pt x="0" y="2045"/>
                      </a:cubicBezTo>
                      <a:cubicBezTo>
                        <a:pt x="0" y="2130"/>
                        <a:pt x="69" y="2198"/>
                        <a:pt x="154" y="2198"/>
                      </a:cubicBezTo>
                      <a:lnTo>
                        <a:pt x="4227" y="2198"/>
                      </a:lnTo>
                      <a:lnTo>
                        <a:pt x="5919" y="3890"/>
                      </a:lnTo>
                      <a:cubicBezTo>
                        <a:pt x="5949" y="3918"/>
                        <a:pt x="5988" y="3935"/>
                        <a:pt x="6028" y="3935"/>
                      </a:cubicBezTo>
                      <a:lnTo>
                        <a:pt x="17010" y="3935"/>
                      </a:lnTo>
                      <a:cubicBezTo>
                        <a:pt x="17051" y="3935"/>
                        <a:pt x="17090" y="3918"/>
                        <a:pt x="17119" y="3890"/>
                      </a:cubicBezTo>
                      <a:lnTo>
                        <a:pt x="20701" y="308"/>
                      </a:lnTo>
                      <a:lnTo>
                        <a:pt x="24315" y="308"/>
                      </a:lnTo>
                      <a:cubicBezTo>
                        <a:pt x="24400" y="308"/>
                        <a:pt x="24469" y="239"/>
                        <a:pt x="24469" y="154"/>
                      </a:cubicBezTo>
                      <a:cubicBezTo>
                        <a:pt x="24469" y="70"/>
                        <a:pt x="24400" y="1"/>
                        <a:pt x="243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1" name="Google Shape;501;p9"/>
                <p:cNvSpPr/>
                <p:nvPr/>
              </p:nvSpPr>
              <p:spPr>
                <a:xfrm rot="-5400000" flipH="1">
                  <a:off x="8388667" y="216708"/>
                  <a:ext cx="228584" cy="228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9" h="4580" extrusionOk="0">
                      <a:moveTo>
                        <a:pt x="2289" y="155"/>
                      </a:moveTo>
                      <a:cubicBezTo>
                        <a:pt x="3466" y="155"/>
                        <a:pt x="4425" y="1112"/>
                        <a:pt x="4425" y="2290"/>
                      </a:cubicBezTo>
                      <a:cubicBezTo>
                        <a:pt x="4425" y="3467"/>
                        <a:pt x="3466" y="4426"/>
                        <a:pt x="2289" y="4426"/>
                      </a:cubicBezTo>
                      <a:cubicBezTo>
                        <a:pt x="1112" y="4426"/>
                        <a:pt x="154" y="3467"/>
                        <a:pt x="154" y="2290"/>
                      </a:cubicBezTo>
                      <a:cubicBezTo>
                        <a:pt x="154" y="1112"/>
                        <a:pt x="1112" y="155"/>
                        <a:pt x="2289" y="155"/>
                      </a:cubicBezTo>
                      <a:close/>
                      <a:moveTo>
                        <a:pt x="2289" y="1"/>
                      </a:moveTo>
                      <a:cubicBezTo>
                        <a:pt x="1026" y="1"/>
                        <a:pt x="0" y="1028"/>
                        <a:pt x="0" y="2290"/>
                      </a:cubicBezTo>
                      <a:cubicBezTo>
                        <a:pt x="0" y="3552"/>
                        <a:pt x="1026" y="4580"/>
                        <a:pt x="2289" y="4580"/>
                      </a:cubicBezTo>
                      <a:cubicBezTo>
                        <a:pt x="3552" y="4580"/>
                        <a:pt x="4579" y="3552"/>
                        <a:pt x="4579" y="2290"/>
                      </a:cubicBezTo>
                      <a:cubicBezTo>
                        <a:pt x="4579" y="1028"/>
                        <a:pt x="3552" y="1"/>
                        <a:pt x="22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2" name="Google Shape;502;p9"/>
                <p:cNvSpPr/>
                <p:nvPr/>
              </p:nvSpPr>
              <p:spPr>
                <a:xfrm rot="-5400000" flipH="1">
                  <a:off x="8508404" y="930461"/>
                  <a:ext cx="78225" cy="7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7" h="1567" extrusionOk="0">
                      <a:moveTo>
                        <a:pt x="784" y="1"/>
                      </a:moveTo>
                      <a:cubicBezTo>
                        <a:pt x="352" y="1"/>
                        <a:pt x="1" y="352"/>
                        <a:pt x="1" y="783"/>
                      </a:cubicBezTo>
                      <a:cubicBezTo>
                        <a:pt x="1" y="1216"/>
                        <a:pt x="352" y="1567"/>
                        <a:pt x="784" y="1567"/>
                      </a:cubicBezTo>
                      <a:cubicBezTo>
                        <a:pt x="1216" y="1567"/>
                        <a:pt x="1567" y="1216"/>
                        <a:pt x="1567" y="783"/>
                      </a:cubicBezTo>
                      <a:cubicBezTo>
                        <a:pt x="1567" y="352"/>
                        <a:pt x="1216" y="1"/>
                        <a:pt x="7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503;p9"/>
                <p:cNvSpPr/>
                <p:nvPr/>
              </p:nvSpPr>
              <p:spPr>
                <a:xfrm rot="-5400000" flipH="1">
                  <a:off x="8433222" y="855279"/>
                  <a:ext cx="228634" cy="228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0" h="4580" extrusionOk="0">
                      <a:moveTo>
                        <a:pt x="2290" y="154"/>
                      </a:moveTo>
                      <a:cubicBezTo>
                        <a:pt x="3468" y="154"/>
                        <a:pt x="4425" y="1112"/>
                        <a:pt x="4425" y="2289"/>
                      </a:cubicBezTo>
                      <a:cubicBezTo>
                        <a:pt x="4425" y="3468"/>
                        <a:pt x="3468" y="4425"/>
                        <a:pt x="2290" y="4425"/>
                      </a:cubicBezTo>
                      <a:cubicBezTo>
                        <a:pt x="1113" y="4425"/>
                        <a:pt x="154" y="3468"/>
                        <a:pt x="154" y="2289"/>
                      </a:cubicBezTo>
                      <a:cubicBezTo>
                        <a:pt x="154" y="1112"/>
                        <a:pt x="1113" y="154"/>
                        <a:pt x="2290" y="154"/>
                      </a:cubicBezTo>
                      <a:close/>
                      <a:moveTo>
                        <a:pt x="2290" y="1"/>
                      </a:moveTo>
                      <a:cubicBezTo>
                        <a:pt x="1028" y="1"/>
                        <a:pt x="0" y="1028"/>
                        <a:pt x="0" y="2289"/>
                      </a:cubicBezTo>
                      <a:cubicBezTo>
                        <a:pt x="0" y="3552"/>
                        <a:pt x="1028" y="4579"/>
                        <a:pt x="2290" y="4579"/>
                      </a:cubicBezTo>
                      <a:cubicBezTo>
                        <a:pt x="3553" y="4579"/>
                        <a:pt x="4579" y="3552"/>
                        <a:pt x="4579" y="2289"/>
                      </a:cubicBezTo>
                      <a:cubicBezTo>
                        <a:pt x="4579" y="1028"/>
                        <a:pt x="3552" y="1"/>
                        <a:pt x="22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9"/>
                <p:cNvSpPr/>
                <p:nvPr/>
              </p:nvSpPr>
              <p:spPr>
                <a:xfrm rot="-5400000" flipH="1">
                  <a:off x="8669451" y="585453"/>
                  <a:ext cx="118211" cy="11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8" h="2368" extrusionOk="0">
                      <a:moveTo>
                        <a:pt x="1184" y="154"/>
                      </a:moveTo>
                      <a:cubicBezTo>
                        <a:pt x="1751" y="154"/>
                        <a:pt x="2214" y="617"/>
                        <a:pt x="2214" y="1184"/>
                      </a:cubicBezTo>
                      <a:cubicBezTo>
                        <a:pt x="2214" y="1752"/>
                        <a:pt x="1751" y="2214"/>
                        <a:pt x="1184" y="2214"/>
                      </a:cubicBezTo>
                      <a:cubicBezTo>
                        <a:pt x="616" y="2214"/>
                        <a:pt x="155" y="1752"/>
                        <a:pt x="155" y="1184"/>
                      </a:cubicBezTo>
                      <a:cubicBezTo>
                        <a:pt x="155" y="617"/>
                        <a:pt x="616" y="154"/>
                        <a:pt x="1184" y="154"/>
                      </a:cubicBezTo>
                      <a:close/>
                      <a:moveTo>
                        <a:pt x="1184" y="1"/>
                      </a:moveTo>
                      <a:cubicBezTo>
                        <a:pt x="531" y="1"/>
                        <a:pt x="1" y="532"/>
                        <a:pt x="1" y="1184"/>
                      </a:cubicBezTo>
                      <a:cubicBezTo>
                        <a:pt x="1" y="1837"/>
                        <a:pt x="531" y="2368"/>
                        <a:pt x="1184" y="2368"/>
                      </a:cubicBezTo>
                      <a:cubicBezTo>
                        <a:pt x="1836" y="2368"/>
                        <a:pt x="2367" y="1837"/>
                        <a:pt x="2367" y="1184"/>
                      </a:cubicBezTo>
                      <a:cubicBezTo>
                        <a:pt x="2367" y="532"/>
                        <a:pt x="1836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9"/>
                <p:cNvSpPr/>
                <p:nvPr/>
              </p:nvSpPr>
              <p:spPr>
                <a:xfrm rot="-5400000" flipH="1">
                  <a:off x="7687593" y="180290"/>
                  <a:ext cx="123602" cy="123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" h="2476" extrusionOk="0">
                      <a:moveTo>
                        <a:pt x="1239" y="1"/>
                      </a:moveTo>
                      <a:cubicBezTo>
                        <a:pt x="555" y="1"/>
                        <a:pt x="1" y="554"/>
                        <a:pt x="1" y="1237"/>
                      </a:cubicBezTo>
                      <a:cubicBezTo>
                        <a:pt x="1" y="1921"/>
                        <a:pt x="555" y="2475"/>
                        <a:pt x="1239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9"/>
                <p:cNvSpPr/>
                <p:nvPr/>
              </p:nvSpPr>
              <p:spPr>
                <a:xfrm rot="-5400000" flipH="1">
                  <a:off x="7723361" y="216059"/>
                  <a:ext cx="52017" cy="52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1043" extrusionOk="0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3" y="1043"/>
                        <a:pt x="522" y="1043"/>
                      </a:cubicBezTo>
                      <a:cubicBezTo>
                        <a:pt x="809" y="1043"/>
                        <a:pt x="1042" y="810"/>
                        <a:pt x="1042" y="521"/>
                      </a:cubicBezTo>
                      <a:cubicBezTo>
                        <a:pt x="1042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9"/>
                <p:cNvSpPr/>
                <p:nvPr/>
              </p:nvSpPr>
              <p:spPr>
                <a:xfrm rot="-5400000" flipH="1">
                  <a:off x="8441209" y="695630"/>
                  <a:ext cx="123552" cy="123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5" h="2475" extrusionOk="0">
                      <a:moveTo>
                        <a:pt x="1237" y="0"/>
                      </a:moveTo>
                      <a:cubicBezTo>
                        <a:pt x="554" y="0"/>
                        <a:pt x="1" y="553"/>
                        <a:pt x="1" y="1237"/>
                      </a:cubicBezTo>
                      <a:cubicBezTo>
                        <a:pt x="1" y="1920"/>
                        <a:pt x="554" y="2474"/>
                        <a:pt x="1237" y="2474"/>
                      </a:cubicBezTo>
                      <a:cubicBezTo>
                        <a:pt x="1922" y="2474"/>
                        <a:pt x="2475" y="1920"/>
                        <a:pt x="2475" y="1237"/>
                      </a:cubicBezTo>
                      <a:cubicBezTo>
                        <a:pt x="2475" y="553"/>
                        <a:pt x="1922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9"/>
                <p:cNvSpPr/>
                <p:nvPr/>
              </p:nvSpPr>
              <p:spPr>
                <a:xfrm rot="-5400000" flipH="1">
                  <a:off x="8485739" y="1125455"/>
                  <a:ext cx="123552" cy="123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5" h="2475" extrusionOk="0">
                      <a:moveTo>
                        <a:pt x="1238" y="1"/>
                      </a:moveTo>
                      <a:cubicBezTo>
                        <a:pt x="555" y="1"/>
                        <a:pt x="0" y="554"/>
                        <a:pt x="0" y="1237"/>
                      </a:cubicBezTo>
                      <a:cubicBezTo>
                        <a:pt x="0" y="1921"/>
                        <a:pt x="555" y="2475"/>
                        <a:pt x="1238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9"/>
                <p:cNvSpPr/>
                <p:nvPr/>
              </p:nvSpPr>
              <p:spPr>
                <a:xfrm rot="-5400000" flipH="1">
                  <a:off x="8521508" y="1161223"/>
                  <a:ext cx="52067" cy="52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42" extrusionOk="0">
                      <a:moveTo>
                        <a:pt x="522" y="0"/>
                      </a:moveTo>
                      <a:cubicBezTo>
                        <a:pt x="234" y="0"/>
                        <a:pt x="1" y="233"/>
                        <a:pt x="1" y="520"/>
                      </a:cubicBezTo>
                      <a:cubicBezTo>
                        <a:pt x="1" y="809"/>
                        <a:pt x="234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10" name="Google Shape;510;p9"/>
            <p:cNvSpPr/>
            <p:nvPr/>
          </p:nvSpPr>
          <p:spPr>
            <a:xfrm rot="-5400000" flipH="1">
              <a:off x="8474336" y="733073"/>
              <a:ext cx="52067" cy="52017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522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2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15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1" name="Google Shape;711;p15"/>
          <p:cNvGrpSpPr/>
          <p:nvPr/>
        </p:nvGrpSpPr>
        <p:grpSpPr>
          <a:xfrm rot="10800000">
            <a:off x="100325" y="87310"/>
            <a:ext cx="8943350" cy="4933531"/>
            <a:chOff x="100325" y="87310"/>
            <a:chExt cx="8943350" cy="4933531"/>
          </a:xfrm>
        </p:grpSpPr>
        <p:grpSp>
          <p:nvGrpSpPr>
            <p:cNvPr id="712" name="Google Shape;712;p15"/>
            <p:cNvGrpSpPr/>
            <p:nvPr/>
          </p:nvGrpSpPr>
          <p:grpSpPr>
            <a:xfrm>
              <a:off x="100325" y="87310"/>
              <a:ext cx="3878450" cy="1094740"/>
              <a:chOff x="100325" y="87310"/>
              <a:chExt cx="3878450" cy="1094740"/>
            </a:xfrm>
          </p:grpSpPr>
          <p:grpSp>
            <p:nvGrpSpPr>
              <p:cNvPr id="713" name="Google Shape;713;p15"/>
              <p:cNvGrpSpPr/>
              <p:nvPr/>
            </p:nvGrpSpPr>
            <p:grpSpPr>
              <a:xfrm>
                <a:off x="2539675" y="122850"/>
                <a:ext cx="1439100" cy="504550"/>
                <a:chOff x="2539675" y="122850"/>
                <a:chExt cx="1439100" cy="504550"/>
              </a:xfrm>
            </p:grpSpPr>
            <p:sp>
              <p:nvSpPr>
                <p:cNvPr id="714" name="Google Shape;714;p15"/>
                <p:cNvSpPr/>
                <p:nvPr/>
              </p:nvSpPr>
              <p:spPr>
                <a:xfrm>
                  <a:off x="2539675" y="451600"/>
                  <a:ext cx="14391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715;p15"/>
                <p:cNvSpPr/>
                <p:nvPr/>
              </p:nvSpPr>
              <p:spPr>
                <a:xfrm>
                  <a:off x="2539675" y="122850"/>
                  <a:ext cx="6807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16" name="Google Shape;716;p15"/>
              <p:cNvGrpSpPr/>
              <p:nvPr/>
            </p:nvGrpSpPr>
            <p:grpSpPr>
              <a:xfrm>
                <a:off x="100325" y="87310"/>
                <a:ext cx="2153725" cy="1094740"/>
                <a:chOff x="100325" y="87310"/>
                <a:chExt cx="2153725" cy="1094740"/>
              </a:xfrm>
            </p:grpSpPr>
            <p:sp>
              <p:nvSpPr>
                <p:cNvPr id="717" name="Google Shape;717;p15"/>
                <p:cNvSpPr/>
                <p:nvPr/>
              </p:nvSpPr>
              <p:spPr>
                <a:xfrm>
                  <a:off x="243516" y="71263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8" name="Google Shape;718;p15"/>
                <p:cNvSpPr/>
                <p:nvPr/>
              </p:nvSpPr>
              <p:spPr>
                <a:xfrm>
                  <a:off x="100325" y="569450"/>
                  <a:ext cx="612900" cy="6126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9" name="Google Shape;719;p15"/>
                <p:cNvSpPr/>
                <p:nvPr/>
              </p:nvSpPr>
              <p:spPr>
                <a:xfrm>
                  <a:off x="1837050" y="87310"/>
                  <a:ext cx="417000" cy="4167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0" name="Google Shape;720;p15"/>
                <p:cNvSpPr/>
                <p:nvPr/>
              </p:nvSpPr>
              <p:spPr>
                <a:xfrm rot="-5400000">
                  <a:off x="1037050" y="-189515"/>
                  <a:ext cx="326396" cy="1296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" h="14717" extrusionOk="0">
                      <a:moveTo>
                        <a:pt x="218" y="1"/>
                      </a:moveTo>
                      <a:cubicBezTo>
                        <a:pt x="168" y="1"/>
                        <a:pt x="117" y="20"/>
                        <a:pt x="79" y="59"/>
                      </a:cubicBezTo>
                      <a:cubicBezTo>
                        <a:pt x="1" y="136"/>
                        <a:pt x="1" y="261"/>
                        <a:pt x="79" y="338"/>
                      </a:cubicBezTo>
                      <a:lnTo>
                        <a:pt x="3308" y="3569"/>
                      </a:lnTo>
                      <a:lnTo>
                        <a:pt x="3308" y="14518"/>
                      </a:lnTo>
                      <a:cubicBezTo>
                        <a:pt x="3308" y="14628"/>
                        <a:pt x="3397" y="14717"/>
                        <a:pt x="3506" y="14717"/>
                      </a:cubicBezTo>
                      <a:cubicBezTo>
                        <a:pt x="3616" y="14717"/>
                        <a:pt x="3703" y="14628"/>
                        <a:pt x="3703" y="14518"/>
                      </a:cubicBezTo>
                      <a:lnTo>
                        <a:pt x="3703" y="3486"/>
                      </a:lnTo>
                      <a:cubicBezTo>
                        <a:pt x="3703" y="3434"/>
                        <a:pt x="3683" y="3383"/>
                        <a:pt x="3645" y="3347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21" name="Google Shape;721;p15"/>
            <p:cNvGrpSpPr/>
            <p:nvPr/>
          </p:nvGrpSpPr>
          <p:grpSpPr>
            <a:xfrm>
              <a:off x="4471525" y="2220510"/>
              <a:ext cx="4572150" cy="2800331"/>
              <a:chOff x="4471525" y="2220510"/>
              <a:chExt cx="4572150" cy="2800331"/>
            </a:xfrm>
          </p:grpSpPr>
          <p:sp>
            <p:nvSpPr>
              <p:cNvPr id="722" name="Google Shape;722;p15"/>
              <p:cNvSpPr/>
              <p:nvPr/>
            </p:nvSpPr>
            <p:spPr>
              <a:xfrm>
                <a:off x="6335737" y="4604000"/>
                <a:ext cx="14391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3" name="Google Shape;723;p15"/>
              <p:cNvGrpSpPr/>
              <p:nvPr/>
            </p:nvGrpSpPr>
            <p:grpSpPr>
              <a:xfrm>
                <a:off x="4471525" y="4603950"/>
                <a:ext cx="1344400" cy="271200"/>
                <a:chOff x="3686625" y="4603950"/>
                <a:chExt cx="1344400" cy="271200"/>
              </a:xfrm>
            </p:grpSpPr>
            <p:sp>
              <p:nvSpPr>
                <p:cNvPr id="724" name="Google Shape;724;p15"/>
                <p:cNvSpPr/>
                <p:nvPr/>
              </p:nvSpPr>
              <p:spPr>
                <a:xfrm rot="-5400000">
                  <a:off x="363892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15"/>
                <p:cNvSpPr/>
                <p:nvPr/>
              </p:nvSpPr>
              <p:spPr>
                <a:xfrm rot="-5400000">
                  <a:off x="393107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726;p15"/>
                <p:cNvSpPr/>
                <p:nvPr/>
              </p:nvSpPr>
              <p:spPr>
                <a:xfrm rot="-5400000">
                  <a:off x="422322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7" name="Google Shape;727;p15"/>
                <p:cNvSpPr/>
                <p:nvPr/>
              </p:nvSpPr>
              <p:spPr>
                <a:xfrm rot="-5400000">
                  <a:off x="451537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15"/>
                <p:cNvSpPr/>
                <p:nvPr/>
              </p:nvSpPr>
              <p:spPr>
                <a:xfrm rot="-5400000">
                  <a:off x="480752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29" name="Google Shape;729;p15"/>
              <p:cNvGrpSpPr/>
              <p:nvPr/>
            </p:nvGrpSpPr>
            <p:grpSpPr>
              <a:xfrm>
                <a:off x="8298812" y="2220510"/>
                <a:ext cx="744863" cy="2800331"/>
                <a:chOff x="8298812" y="2220510"/>
                <a:chExt cx="744863" cy="2800331"/>
              </a:xfrm>
            </p:grpSpPr>
            <p:sp>
              <p:nvSpPr>
                <p:cNvPr id="730" name="Google Shape;730;p15"/>
                <p:cNvSpPr/>
                <p:nvPr/>
              </p:nvSpPr>
              <p:spPr>
                <a:xfrm>
                  <a:off x="8430775" y="4408241"/>
                  <a:ext cx="612900" cy="6126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" name="Google Shape;731;p15"/>
                <p:cNvSpPr/>
                <p:nvPr/>
              </p:nvSpPr>
              <p:spPr>
                <a:xfrm>
                  <a:off x="8298812" y="2220510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" name="Google Shape;732;p15"/>
                <p:cNvSpPr/>
                <p:nvPr/>
              </p:nvSpPr>
              <p:spPr>
                <a:xfrm rot="5400000" flipH="1">
                  <a:off x="7659889" y="3317954"/>
                  <a:ext cx="1868166" cy="31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7" h="2786" extrusionOk="0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33" name="Google Shape;733;p15"/>
          <p:cNvSpPr txBox="1">
            <a:spLocks noGrp="1"/>
          </p:cNvSpPr>
          <p:nvPr>
            <p:ph type="title"/>
          </p:nvPr>
        </p:nvSpPr>
        <p:spPr>
          <a:xfrm>
            <a:off x="2792250" y="2091625"/>
            <a:ext cx="35595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34" name="Google Shape;734;p15"/>
          <p:cNvSpPr txBox="1">
            <a:spLocks noGrp="1"/>
          </p:cNvSpPr>
          <p:nvPr>
            <p:ph type="title" idx="2" hasCustomPrompt="1"/>
          </p:nvPr>
        </p:nvSpPr>
        <p:spPr>
          <a:xfrm>
            <a:off x="2792250" y="998675"/>
            <a:ext cx="12495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5" name="Google Shape;735;p15"/>
          <p:cNvSpPr txBox="1">
            <a:spLocks noGrp="1"/>
          </p:cNvSpPr>
          <p:nvPr>
            <p:ph type="subTitle" idx="1"/>
          </p:nvPr>
        </p:nvSpPr>
        <p:spPr>
          <a:xfrm>
            <a:off x="2792250" y="3482125"/>
            <a:ext cx="2521500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36" name="Google Shape;736;p15"/>
          <p:cNvGrpSpPr/>
          <p:nvPr/>
        </p:nvGrpSpPr>
        <p:grpSpPr>
          <a:xfrm>
            <a:off x="346178" y="-43622"/>
            <a:ext cx="8622766" cy="5247822"/>
            <a:chOff x="346178" y="-43622"/>
            <a:chExt cx="8622766" cy="5247822"/>
          </a:xfrm>
        </p:grpSpPr>
        <p:grpSp>
          <p:nvGrpSpPr>
            <p:cNvPr id="737" name="Google Shape;737;p15"/>
            <p:cNvGrpSpPr/>
            <p:nvPr/>
          </p:nvGrpSpPr>
          <p:grpSpPr>
            <a:xfrm>
              <a:off x="6686771" y="4400382"/>
              <a:ext cx="2282172" cy="803818"/>
              <a:chOff x="6686771" y="4400382"/>
              <a:chExt cx="2282172" cy="803818"/>
            </a:xfrm>
          </p:grpSpPr>
          <p:sp>
            <p:nvSpPr>
              <p:cNvPr id="738" name="Google Shape;738;p15"/>
              <p:cNvSpPr/>
              <p:nvPr/>
            </p:nvSpPr>
            <p:spPr>
              <a:xfrm flipH="1">
                <a:off x="6811756" y="4630402"/>
                <a:ext cx="247859" cy="573798"/>
              </a:xfrm>
              <a:custGeom>
                <a:avLst/>
                <a:gdLst/>
                <a:ahLst/>
                <a:cxnLst/>
                <a:rect l="l" t="t" r="r" b="b"/>
                <a:pathLst>
                  <a:path w="4236" h="9806" extrusionOk="0">
                    <a:moveTo>
                      <a:pt x="1239" y="1"/>
                    </a:moveTo>
                    <a:cubicBezTo>
                      <a:pt x="555" y="1"/>
                      <a:pt x="1" y="554"/>
                      <a:pt x="1" y="1237"/>
                    </a:cubicBezTo>
                    <a:cubicBezTo>
                      <a:pt x="1" y="1921"/>
                      <a:pt x="555" y="2475"/>
                      <a:pt x="1239" y="2475"/>
                    </a:cubicBezTo>
                    <a:cubicBezTo>
                      <a:pt x="1525" y="2475"/>
                      <a:pt x="1784" y="2374"/>
                      <a:pt x="1994" y="2211"/>
                    </a:cubicBezTo>
                    <a:lnTo>
                      <a:pt x="3928" y="4145"/>
                    </a:lnTo>
                    <a:lnTo>
                      <a:pt x="3928" y="9652"/>
                    </a:lnTo>
                    <a:cubicBezTo>
                      <a:pt x="3928" y="9737"/>
                      <a:pt x="3997" y="9806"/>
                      <a:pt x="4082" y="9806"/>
                    </a:cubicBezTo>
                    <a:cubicBezTo>
                      <a:pt x="4167" y="9806"/>
                      <a:pt x="4235" y="9737"/>
                      <a:pt x="4235" y="9652"/>
                    </a:cubicBezTo>
                    <a:lnTo>
                      <a:pt x="4235" y="4082"/>
                    </a:lnTo>
                    <a:cubicBezTo>
                      <a:pt x="4235" y="4041"/>
                      <a:pt x="4219" y="4001"/>
                      <a:pt x="4191" y="3973"/>
                    </a:cubicBezTo>
                    <a:lnTo>
                      <a:pt x="2212" y="1994"/>
                    </a:lnTo>
                    <a:cubicBezTo>
                      <a:pt x="2375" y="1785"/>
                      <a:pt x="2475" y="1524"/>
                      <a:pt x="2475" y="1237"/>
                    </a:cubicBezTo>
                    <a:cubicBezTo>
                      <a:pt x="2475" y="554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15"/>
              <p:cNvSpPr/>
              <p:nvPr/>
            </p:nvSpPr>
            <p:spPr>
              <a:xfrm flipH="1">
                <a:off x="6956691" y="4672357"/>
                <a:ext cx="60970" cy="60973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2" extrusionOk="0">
                    <a:moveTo>
                      <a:pt x="522" y="0"/>
                    </a:moveTo>
                    <a:cubicBezTo>
                      <a:pt x="233" y="0"/>
                      <a:pt x="0" y="233"/>
                      <a:pt x="0" y="520"/>
                    </a:cubicBezTo>
                    <a:cubicBezTo>
                      <a:pt x="0" y="809"/>
                      <a:pt x="233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15"/>
              <p:cNvSpPr/>
              <p:nvPr/>
            </p:nvSpPr>
            <p:spPr>
              <a:xfrm flipH="1">
                <a:off x="8789074" y="4488505"/>
                <a:ext cx="91748" cy="9175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568" extrusionOk="0">
                    <a:moveTo>
                      <a:pt x="784" y="1"/>
                    </a:moveTo>
                    <a:cubicBezTo>
                      <a:pt x="352" y="1"/>
                      <a:pt x="1" y="352"/>
                      <a:pt x="1" y="785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5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15"/>
              <p:cNvSpPr/>
              <p:nvPr/>
            </p:nvSpPr>
            <p:spPr>
              <a:xfrm flipH="1">
                <a:off x="8700956" y="4400382"/>
                <a:ext cx="267987" cy="267999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80" extrusionOk="0">
                    <a:moveTo>
                      <a:pt x="2290" y="154"/>
                    </a:moveTo>
                    <a:cubicBezTo>
                      <a:pt x="3468" y="154"/>
                      <a:pt x="4426" y="1112"/>
                      <a:pt x="4426" y="2291"/>
                    </a:cubicBezTo>
                    <a:cubicBezTo>
                      <a:pt x="4426" y="3468"/>
                      <a:pt x="3468" y="4426"/>
                      <a:pt x="2290" y="4426"/>
                    </a:cubicBezTo>
                    <a:cubicBezTo>
                      <a:pt x="1112" y="4426"/>
                      <a:pt x="154" y="3468"/>
                      <a:pt x="154" y="2291"/>
                    </a:cubicBezTo>
                    <a:cubicBezTo>
                      <a:pt x="154" y="1112"/>
                      <a:pt x="1112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89"/>
                    </a:cubicBezTo>
                    <a:cubicBezTo>
                      <a:pt x="1" y="3552"/>
                      <a:pt x="1028" y="4579"/>
                      <a:pt x="2290" y="4579"/>
                    </a:cubicBezTo>
                    <a:cubicBezTo>
                      <a:pt x="3552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15"/>
              <p:cNvSpPr/>
              <p:nvPr/>
            </p:nvSpPr>
            <p:spPr>
              <a:xfrm flipH="1">
                <a:off x="6774947" y="4825841"/>
                <a:ext cx="91631" cy="91693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15"/>
              <p:cNvSpPr/>
              <p:nvPr/>
            </p:nvSpPr>
            <p:spPr>
              <a:xfrm flipH="1">
                <a:off x="6686771" y="4737718"/>
                <a:ext cx="267929" cy="267940"/>
              </a:xfrm>
              <a:custGeom>
                <a:avLst/>
                <a:gdLst/>
                <a:ahLst/>
                <a:cxnLst/>
                <a:rect l="l" t="t" r="r" b="b"/>
                <a:pathLst>
                  <a:path w="4579" h="4579" extrusionOk="0">
                    <a:moveTo>
                      <a:pt x="2289" y="154"/>
                    </a:moveTo>
                    <a:cubicBezTo>
                      <a:pt x="3466" y="154"/>
                      <a:pt x="4425" y="1113"/>
                      <a:pt x="4425" y="2290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1" y="4425"/>
                      <a:pt x="154" y="3468"/>
                      <a:pt x="154" y="2290"/>
                    </a:cubicBezTo>
                    <a:cubicBezTo>
                      <a:pt x="154" y="1113"/>
                      <a:pt x="1111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8"/>
                      <a:pt x="0" y="2290"/>
                    </a:cubicBezTo>
                    <a:cubicBezTo>
                      <a:pt x="0" y="3553"/>
                      <a:pt x="1026" y="4579"/>
                      <a:pt x="2289" y="4579"/>
                    </a:cubicBezTo>
                    <a:cubicBezTo>
                      <a:pt x="3551" y="4579"/>
                      <a:pt x="4579" y="3553"/>
                      <a:pt x="4579" y="2290"/>
                    </a:cubicBezTo>
                    <a:cubicBezTo>
                      <a:pt x="4579" y="1028"/>
                      <a:pt x="3551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4" name="Google Shape;744;p15"/>
            <p:cNvGrpSpPr/>
            <p:nvPr/>
          </p:nvGrpSpPr>
          <p:grpSpPr>
            <a:xfrm>
              <a:off x="346178" y="-43622"/>
              <a:ext cx="1214239" cy="1315478"/>
              <a:chOff x="346178" y="-43622"/>
              <a:chExt cx="1214239" cy="1315478"/>
            </a:xfrm>
          </p:grpSpPr>
          <p:sp>
            <p:nvSpPr>
              <p:cNvPr id="745" name="Google Shape;745;p15"/>
              <p:cNvSpPr/>
              <p:nvPr/>
            </p:nvSpPr>
            <p:spPr>
              <a:xfrm rot="5400000">
                <a:off x="1327016" y="39271"/>
                <a:ext cx="283146" cy="183656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3679" extrusionOk="0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8"/>
                      <a:pt x="69" y="308"/>
                      <a:pt x="154" y="308"/>
                    </a:cubicBezTo>
                    <a:lnTo>
                      <a:pt x="3462" y="308"/>
                    </a:lnTo>
                    <a:lnTo>
                      <a:pt x="5364" y="2210"/>
                    </a:lnTo>
                    <a:lnTo>
                      <a:pt x="5364" y="3524"/>
                    </a:lnTo>
                    <a:cubicBezTo>
                      <a:pt x="5364" y="3610"/>
                      <a:pt x="5432" y="3678"/>
                      <a:pt x="5518" y="3678"/>
                    </a:cubicBezTo>
                    <a:cubicBezTo>
                      <a:pt x="5603" y="3678"/>
                      <a:pt x="5671" y="3610"/>
                      <a:pt x="5671" y="3524"/>
                    </a:cubicBezTo>
                    <a:lnTo>
                      <a:pt x="5671" y="2146"/>
                    </a:lnTo>
                    <a:cubicBezTo>
                      <a:pt x="5671" y="2105"/>
                      <a:pt x="5655" y="2066"/>
                      <a:pt x="5626" y="2037"/>
                    </a:cubicBezTo>
                    <a:lnTo>
                      <a:pt x="3634" y="45"/>
                    </a:lnTo>
                    <a:cubicBezTo>
                      <a:pt x="3605" y="16"/>
                      <a:pt x="3566" y="0"/>
                      <a:pt x="35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15"/>
              <p:cNvSpPr/>
              <p:nvPr/>
            </p:nvSpPr>
            <p:spPr>
              <a:xfrm rot="5400000">
                <a:off x="1322644" y="203140"/>
                <a:ext cx="123602" cy="123602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9" y="1"/>
                    </a:moveTo>
                    <a:cubicBezTo>
                      <a:pt x="555" y="1"/>
                      <a:pt x="1" y="554"/>
                      <a:pt x="1" y="1237"/>
                    </a:cubicBezTo>
                    <a:cubicBezTo>
                      <a:pt x="1" y="1921"/>
                      <a:pt x="555" y="2475"/>
                      <a:pt x="1239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15"/>
              <p:cNvSpPr/>
              <p:nvPr/>
            </p:nvSpPr>
            <p:spPr>
              <a:xfrm rot="5400000">
                <a:off x="1358461" y="238909"/>
                <a:ext cx="52017" cy="52067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3" extrusionOk="0">
                    <a:moveTo>
                      <a:pt x="522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10"/>
                      <a:pt x="233" y="1043"/>
                      <a:pt x="522" y="1043"/>
                    </a:cubicBezTo>
                    <a:cubicBezTo>
                      <a:pt x="809" y="1043"/>
                      <a:pt x="1042" y="810"/>
                      <a:pt x="1042" y="521"/>
                    </a:cubicBezTo>
                    <a:cubicBezTo>
                      <a:pt x="1042" y="234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48" name="Google Shape;748;p15"/>
              <p:cNvGrpSpPr/>
              <p:nvPr/>
            </p:nvGrpSpPr>
            <p:grpSpPr>
              <a:xfrm>
                <a:off x="346178" y="-43622"/>
                <a:ext cx="416093" cy="1315478"/>
                <a:chOff x="346178" y="-43622"/>
                <a:chExt cx="416093" cy="1315478"/>
              </a:xfrm>
            </p:grpSpPr>
            <p:sp>
              <p:nvSpPr>
                <p:cNvPr id="749" name="Google Shape;749;p15"/>
                <p:cNvSpPr/>
                <p:nvPr/>
              </p:nvSpPr>
              <p:spPr>
                <a:xfrm rot="5400000">
                  <a:off x="276973" y="302598"/>
                  <a:ext cx="831517" cy="139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7" h="2786" extrusionOk="0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15"/>
                <p:cNvSpPr/>
                <p:nvPr/>
              </p:nvSpPr>
              <p:spPr>
                <a:xfrm rot="5400000">
                  <a:off x="-114929" y="468907"/>
                  <a:ext cx="1221492" cy="19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69" h="3935" extrusionOk="0">
                      <a:moveTo>
                        <a:pt x="20637" y="1"/>
                      </a:moveTo>
                      <a:cubicBezTo>
                        <a:pt x="20596" y="1"/>
                        <a:pt x="20557" y="17"/>
                        <a:pt x="20529" y="47"/>
                      </a:cubicBezTo>
                      <a:lnTo>
                        <a:pt x="16947" y="3627"/>
                      </a:lnTo>
                      <a:lnTo>
                        <a:pt x="6092" y="3627"/>
                      </a:lnTo>
                      <a:lnTo>
                        <a:pt x="4400" y="1936"/>
                      </a:lnTo>
                      <a:cubicBezTo>
                        <a:pt x="4372" y="1907"/>
                        <a:pt x="4332" y="1891"/>
                        <a:pt x="4291" y="1891"/>
                      </a:cubicBezTo>
                      <a:lnTo>
                        <a:pt x="154" y="1891"/>
                      </a:lnTo>
                      <a:cubicBezTo>
                        <a:pt x="69" y="1891"/>
                        <a:pt x="0" y="1959"/>
                        <a:pt x="0" y="2045"/>
                      </a:cubicBezTo>
                      <a:cubicBezTo>
                        <a:pt x="0" y="2130"/>
                        <a:pt x="69" y="2198"/>
                        <a:pt x="154" y="2198"/>
                      </a:cubicBezTo>
                      <a:lnTo>
                        <a:pt x="4227" y="2198"/>
                      </a:lnTo>
                      <a:lnTo>
                        <a:pt x="5919" y="3890"/>
                      </a:lnTo>
                      <a:cubicBezTo>
                        <a:pt x="5949" y="3918"/>
                        <a:pt x="5988" y="3935"/>
                        <a:pt x="6028" y="3935"/>
                      </a:cubicBezTo>
                      <a:lnTo>
                        <a:pt x="17010" y="3935"/>
                      </a:lnTo>
                      <a:cubicBezTo>
                        <a:pt x="17051" y="3935"/>
                        <a:pt x="17090" y="3918"/>
                        <a:pt x="17119" y="3890"/>
                      </a:cubicBezTo>
                      <a:lnTo>
                        <a:pt x="20701" y="308"/>
                      </a:lnTo>
                      <a:lnTo>
                        <a:pt x="24315" y="308"/>
                      </a:lnTo>
                      <a:cubicBezTo>
                        <a:pt x="24400" y="308"/>
                        <a:pt x="24469" y="239"/>
                        <a:pt x="24469" y="154"/>
                      </a:cubicBezTo>
                      <a:cubicBezTo>
                        <a:pt x="24469" y="70"/>
                        <a:pt x="24400" y="1"/>
                        <a:pt x="243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751;p15"/>
                <p:cNvSpPr/>
                <p:nvPr/>
              </p:nvSpPr>
              <p:spPr>
                <a:xfrm rot="5400000">
                  <a:off x="591791" y="314765"/>
                  <a:ext cx="78175" cy="7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6" h="1566" extrusionOk="0">
                      <a:moveTo>
                        <a:pt x="783" y="0"/>
                      </a:moveTo>
                      <a:cubicBezTo>
                        <a:pt x="350" y="0"/>
                        <a:pt x="0" y="350"/>
                        <a:pt x="0" y="783"/>
                      </a:cubicBezTo>
                      <a:cubicBezTo>
                        <a:pt x="0" y="1215"/>
                        <a:pt x="350" y="1565"/>
                        <a:pt x="783" y="1565"/>
                      </a:cubicBezTo>
                      <a:cubicBezTo>
                        <a:pt x="1216" y="1565"/>
                        <a:pt x="1566" y="1215"/>
                        <a:pt x="1566" y="783"/>
                      </a:cubicBezTo>
                      <a:cubicBezTo>
                        <a:pt x="1566" y="350"/>
                        <a:pt x="1216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" name="Google Shape;752;p15"/>
                <p:cNvSpPr/>
                <p:nvPr/>
              </p:nvSpPr>
              <p:spPr>
                <a:xfrm rot="5400000">
                  <a:off x="516589" y="239558"/>
                  <a:ext cx="228584" cy="228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9" h="4580" extrusionOk="0">
                      <a:moveTo>
                        <a:pt x="2289" y="155"/>
                      </a:moveTo>
                      <a:cubicBezTo>
                        <a:pt x="3466" y="155"/>
                        <a:pt x="4425" y="1112"/>
                        <a:pt x="4425" y="2290"/>
                      </a:cubicBezTo>
                      <a:cubicBezTo>
                        <a:pt x="4425" y="3467"/>
                        <a:pt x="3466" y="4426"/>
                        <a:pt x="2289" y="4426"/>
                      </a:cubicBezTo>
                      <a:cubicBezTo>
                        <a:pt x="1112" y="4426"/>
                        <a:pt x="154" y="3467"/>
                        <a:pt x="154" y="2290"/>
                      </a:cubicBezTo>
                      <a:cubicBezTo>
                        <a:pt x="154" y="1112"/>
                        <a:pt x="1112" y="155"/>
                        <a:pt x="2289" y="155"/>
                      </a:cubicBezTo>
                      <a:close/>
                      <a:moveTo>
                        <a:pt x="2289" y="1"/>
                      </a:moveTo>
                      <a:cubicBezTo>
                        <a:pt x="1026" y="1"/>
                        <a:pt x="0" y="1028"/>
                        <a:pt x="0" y="2290"/>
                      </a:cubicBezTo>
                      <a:cubicBezTo>
                        <a:pt x="0" y="3552"/>
                        <a:pt x="1026" y="4580"/>
                        <a:pt x="2289" y="4580"/>
                      </a:cubicBezTo>
                      <a:cubicBezTo>
                        <a:pt x="3552" y="4580"/>
                        <a:pt x="4579" y="3552"/>
                        <a:pt x="4579" y="2290"/>
                      </a:cubicBezTo>
                      <a:cubicBezTo>
                        <a:pt x="4579" y="1028"/>
                        <a:pt x="3552" y="1"/>
                        <a:pt x="22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" name="Google Shape;753;p15"/>
                <p:cNvSpPr/>
                <p:nvPr/>
              </p:nvSpPr>
              <p:spPr>
                <a:xfrm rot="5400000">
                  <a:off x="547211" y="953311"/>
                  <a:ext cx="78225" cy="7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7" h="1567" extrusionOk="0">
                      <a:moveTo>
                        <a:pt x="784" y="1"/>
                      </a:moveTo>
                      <a:cubicBezTo>
                        <a:pt x="352" y="1"/>
                        <a:pt x="1" y="352"/>
                        <a:pt x="1" y="783"/>
                      </a:cubicBezTo>
                      <a:cubicBezTo>
                        <a:pt x="1" y="1216"/>
                        <a:pt x="352" y="1567"/>
                        <a:pt x="784" y="1567"/>
                      </a:cubicBezTo>
                      <a:cubicBezTo>
                        <a:pt x="1216" y="1567"/>
                        <a:pt x="1567" y="1216"/>
                        <a:pt x="1567" y="783"/>
                      </a:cubicBezTo>
                      <a:cubicBezTo>
                        <a:pt x="1567" y="352"/>
                        <a:pt x="1216" y="1"/>
                        <a:pt x="7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" name="Google Shape;754;p15"/>
                <p:cNvSpPr/>
                <p:nvPr/>
              </p:nvSpPr>
              <p:spPr>
                <a:xfrm rot="5400000">
                  <a:off x="471984" y="878129"/>
                  <a:ext cx="228634" cy="228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0" h="4580" extrusionOk="0">
                      <a:moveTo>
                        <a:pt x="2290" y="154"/>
                      </a:moveTo>
                      <a:cubicBezTo>
                        <a:pt x="3468" y="154"/>
                        <a:pt x="4425" y="1112"/>
                        <a:pt x="4425" y="2289"/>
                      </a:cubicBezTo>
                      <a:cubicBezTo>
                        <a:pt x="4425" y="3468"/>
                        <a:pt x="3468" y="4425"/>
                        <a:pt x="2290" y="4425"/>
                      </a:cubicBezTo>
                      <a:cubicBezTo>
                        <a:pt x="1113" y="4425"/>
                        <a:pt x="154" y="3468"/>
                        <a:pt x="154" y="2289"/>
                      </a:cubicBezTo>
                      <a:cubicBezTo>
                        <a:pt x="154" y="1112"/>
                        <a:pt x="1113" y="154"/>
                        <a:pt x="2290" y="154"/>
                      </a:cubicBezTo>
                      <a:close/>
                      <a:moveTo>
                        <a:pt x="2290" y="1"/>
                      </a:moveTo>
                      <a:cubicBezTo>
                        <a:pt x="1028" y="1"/>
                        <a:pt x="0" y="1028"/>
                        <a:pt x="0" y="2289"/>
                      </a:cubicBezTo>
                      <a:cubicBezTo>
                        <a:pt x="0" y="3552"/>
                        <a:pt x="1028" y="4579"/>
                        <a:pt x="2290" y="4579"/>
                      </a:cubicBezTo>
                      <a:cubicBezTo>
                        <a:pt x="3553" y="4579"/>
                        <a:pt x="4579" y="3552"/>
                        <a:pt x="4579" y="2289"/>
                      </a:cubicBezTo>
                      <a:cubicBezTo>
                        <a:pt x="4579" y="1028"/>
                        <a:pt x="3552" y="1"/>
                        <a:pt x="229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" name="Google Shape;755;p15"/>
                <p:cNvSpPr/>
                <p:nvPr/>
              </p:nvSpPr>
              <p:spPr>
                <a:xfrm rot="5400000">
                  <a:off x="346178" y="608303"/>
                  <a:ext cx="118211" cy="11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8" h="2368" extrusionOk="0">
                      <a:moveTo>
                        <a:pt x="1184" y="154"/>
                      </a:moveTo>
                      <a:cubicBezTo>
                        <a:pt x="1751" y="154"/>
                        <a:pt x="2214" y="617"/>
                        <a:pt x="2214" y="1184"/>
                      </a:cubicBezTo>
                      <a:cubicBezTo>
                        <a:pt x="2214" y="1752"/>
                        <a:pt x="1751" y="2214"/>
                        <a:pt x="1184" y="2214"/>
                      </a:cubicBezTo>
                      <a:cubicBezTo>
                        <a:pt x="616" y="2214"/>
                        <a:pt x="155" y="1752"/>
                        <a:pt x="155" y="1184"/>
                      </a:cubicBezTo>
                      <a:cubicBezTo>
                        <a:pt x="155" y="617"/>
                        <a:pt x="616" y="154"/>
                        <a:pt x="1184" y="154"/>
                      </a:cubicBezTo>
                      <a:close/>
                      <a:moveTo>
                        <a:pt x="1184" y="1"/>
                      </a:moveTo>
                      <a:cubicBezTo>
                        <a:pt x="531" y="1"/>
                        <a:pt x="1" y="532"/>
                        <a:pt x="1" y="1184"/>
                      </a:cubicBezTo>
                      <a:cubicBezTo>
                        <a:pt x="1" y="1837"/>
                        <a:pt x="531" y="2368"/>
                        <a:pt x="1184" y="2368"/>
                      </a:cubicBezTo>
                      <a:cubicBezTo>
                        <a:pt x="1836" y="2368"/>
                        <a:pt x="2367" y="1837"/>
                        <a:pt x="2367" y="1184"/>
                      </a:cubicBezTo>
                      <a:cubicBezTo>
                        <a:pt x="2367" y="532"/>
                        <a:pt x="1836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15"/>
                <p:cNvSpPr/>
                <p:nvPr/>
              </p:nvSpPr>
              <p:spPr>
                <a:xfrm rot="5400000">
                  <a:off x="569078" y="718480"/>
                  <a:ext cx="123552" cy="123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5" h="2475" extrusionOk="0">
                      <a:moveTo>
                        <a:pt x="1237" y="0"/>
                      </a:moveTo>
                      <a:cubicBezTo>
                        <a:pt x="554" y="0"/>
                        <a:pt x="1" y="553"/>
                        <a:pt x="1" y="1237"/>
                      </a:cubicBezTo>
                      <a:cubicBezTo>
                        <a:pt x="1" y="1920"/>
                        <a:pt x="554" y="2474"/>
                        <a:pt x="1237" y="2474"/>
                      </a:cubicBezTo>
                      <a:cubicBezTo>
                        <a:pt x="1922" y="2474"/>
                        <a:pt x="2475" y="1920"/>
                        <a:pt x="2475" y="1237"/>
                      </a:cubicBezTo>
                      <a:cubicBezTo>
                        <a:pt x="2475" y="553"/>
                        <a:pt x="1922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7" name="Google Shape;757;p15"/>
                <p:cNvSpPr/>
                <p:nvPr/>
              </p:nvSpPr>
              <p:spPr>
                <a:xfrm rot="5400000">
                  <a:off x="604869" y="754224"/>
                  <a:ext cx="52017" cy="52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1044" extrusionOk="0">
                      <a:moveTo>
                        <a:pt x="520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10"/>
                        <a:pt x="233" y="1043"/>
                        <a:pt x="520" y="1043"/>
                      </a:cubicBezTo>
                      <a:cubicBezTo>
                        <a:pt x="809" y="1043"/>
                        <a:pt x="1042" y="810"/>
                        <a:pt x="1042" y="522"/>
                      </a:cubicBezTo>
                      <a:cubicBezTo>
                        <a:pt x="1042" y="234"/>
                        <a:pt x="809" y="0"/>
                        <a:pt x="5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758;p15"/>
                <p:cNvSpPr/>
                <p:nvPr/>
              </p:nvSpPr>
              <p:spPr>
                <a:xfrm rot="5400000">
                  <a:off x="524548" y="1148305"/>
                  <a:ext cx="123552" cy="123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5" h="2475" extrusionOk="0">
                      <a:moveTo>
                        <a:pt x="1238" y="1"/>
                      </a:moveTo>
                      <a:cubicBezTo>
                        <a:pt x="555" y="1"/>
                        <a:pt x="0" y="554"/>
                        <a:pt x="0" y="1237"/>
                      </a:cubicBezTo>
                      <a:cubicBezTo>
                        <a:pt x="0" y="1921"/>
                        <a:pt x="555" y="2475"/>
                        <a:pt x="1238" y="2475"/>
                      </a:cubicBezTo>
                      <a:cubicBezTo>
                        <a:pt x="1922" y="2475"/>
                        <a:pt x="2475" y="1921"/>
                        <a:pt x="2475" y="1237"/>
                      </a:cubicBezTo>
                      <a:cubicBezTo>
                        <a:pt x="2475" y="554"/>
                        <a:pt x="1922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15"/>
                <p:cNvSpPr/>
                <p:nvPr/>
              </p:nvSpPr>
              <p:spPr>
                <a:xfrm rot="5400000">
                  <a:off x="560264" y="1184073"/>
                  <a:ext cx="52067" cy="52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042" extrusionOk="0">
                      <a:moveTo>
                        <a:pt x="522" y="0"/>
                      </a:moveTo>
                      <a:cubicBezTo>
                        <a:pt x="234" y="0"/>
                        <a:pt x="1" y="233"/>
                        <a:pt x="1" y="520"/>
                      </a:cubicBezTo>
                      <a:cubicBezTo>
                        <a:pt x="1" y="809"/>
                        <a:pt x="234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760" name="Google Shape;760;p15"/>
          <p:cNvGrpSpPr/>
          <p:nvPr/>
        </p:nvGrpSpPr>
        <p:grpSpPr>
          <a:xfrm>
            <a:off x="76200" y="101256"/>
            <a:ext cx="8702696" cy="4839092"/>
            <a:chOff x="76200" y="101256"/>
            <a:chExt cx="8702696" cy="4839092"/>
          </a:xfrm>
        </p:grpSpPr>
        <p:grpSp>
          <p:nvGrpSpPr>
            <p:cNvPr id="761" name="Google Shape;761;p15"/>
            <p:cNvGrpSpPr/>
            <p:nvPr/>
          </p:nvGrpSpPr>
          <p:grpSpPr>
            <a:xfrm>
              <a:off x="76200" y="390795"/>
              <a:ext cx="225544" cy="225544"/>
              <a:chOff x="76200" y="390795"/>
              <a:chExt cx="225544" cy="225544"/>
            </a:xfrm>
          </p:grpSpPr>
          <p:sp>
            <p:nvSpPr>
              <p:cNvPr id="762" name="Google Shape;762;p15"/>
              <p:cNvSpPr/>
              <p:nvPr/>
            </p:nvSpPr>
            <p:spPr>
              <a:xfrm rot="5400000">
                <a:off x="247580" y="390795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2" y="1"/>
                      <a:pt x="0" y="243"/>
                      <a:pt x="0" y="544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4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5"/>
              <p:cNvSpPr/>
              <p:nvPr/>
            </p:nvSpPr>
            <p:spPr>
              <a:xfrm rot="5400000">
                <a:off x="160667" y="477659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0"/>
                    </a:moveTo>
                    <a:cubicBezTo>
                      <a:pt x="243" y="0"/>
                      <a:pt x="0" y="242"/>
                      <a:pt x="0" y="541"/>
                    </a:cubicBezTo>
                    <a:cubicBezTo>
                      <a:pt x="0" y="842"/>
                      <a:pt x="243" y="1084"/>
                      <a:pt x="543" y="1084"/>
                    </a:cubicBezTo>
                    <a:cubicBezTo>
                      <a:pt x="842" y="1084"/>
                      <a:pt x="1084" y="842"/>
                      <a:pt x="1084" y="541"/>
                    </a:cubicBezTo>
                    <a:cubicBezTo>
                      <a:pt x="1084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5"/>
              <p:cNvSpPr/>
              <p:nvPr/>
            </p:nvSpPr>
            <p:spPr>
              <a:xfrm rot="5400000">
                <a:off x="76200" y="562176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5" name="Google Shape;765;p15"/>
            <p:cNvGrpSpPr/>
            <p:nvPr/>
          </p:nvGrpSpPr>
          <p:grpSpPr>
            <a:xfrm>
              <a:off x="2843620" y="101256"/>
              <a:ext cx="225544" cy="225494"/>
              <a:chOff x="2843620" y="101256"/>
              <a:chExt cx="225544" cy="225494"/>
            </a:xfrm>
          </p:grpSpPr>
          <p:sp>
            <p:nvSpPr>
              <p:cNvPr id="766" name="Google Shape;766;p15"/>
              <p:cNvSpPr/>
              <p:nvPr/>
            </p:nvSpPr>
            <p:spPr>
              <a:xfrm rot="5400000">
                <a:off x="3015026" y="101231"/>
                <a:ext cx="5411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4" y="842"/>
                      <a:pt x="1084" y="543"/>
                    </a:cubicBezTo>
                    <a:cubicBezTo>
                      <a:pt x="1084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/>
              <p:nvPr/>
            </p:nvSpPr>
            <p:spPr>
              <a:xfrm rot="5400000">
                <a:off x="2928138" y="188070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3"/>
                      <a:pt x="244" y="1085"/>
                      <a:pt x="543" y="1085"/>
                    </a:cubicBezTo>
                    <a:cubicBezTo>
                      <a:pt x="842" y="1085"/>
                      <a:pt x="1085" y="843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5"/>
              <p:cNvSpPr/>
              <p:nvPr/>
            </p:nvSpPr>
            <p:spPr>
              <a:xfrm rot="5400000">
                <a:off x="2843620" y="272587"/>
                <a:ext cx="54163" cy="5416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2"/>
                      <a:pt x="244" y="1085"/>
                      <a:pt x="543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9" name="Google Shape;769;p15"/>
            <p:cNvGrpSpPr/>
            <p:nvPr/>
          </p:nvGrpSpPr>
          <p:grpSpPr>
            <a:xfrm>
              <a:off x="5718551" y="4675979"/>
              <a:ext cx="264364" cy="264369"/>
              <a:chOff x="5718551" y="4675979"/>
              <a:chExt cx="264364" cy="264369"/>
            </a:xfrm>
          </p:grpSpPr>
          <p:sp>
            <p:nvSpPr>
              <p:cNvPr id="770" name="Google Shape;770;p15"/>
              <p:cNvSpPr/>
              <p:nvPr/>
            </p:nvSpPr>
            <p:spPr>
              <a:xfrm flipH="1">
                <a:off x="5718551" y="4876860"/>
                <a:ext cx="63486" cy="6348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15"/>
              <p:cNvSpPr/>
              <p:nvPr/>
            </p:nvSpPr>
            <p:spPr>
              <a:xfrm flipH="1">
                <a:off x="5817615" y="4777795"/>
                <a:ext cx="63486" cy="6348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15"/>
              <p:cNvSpPr/>
              <p:nvPr/>
            </p:nvSpPr>
            <p:spPr>
              <a:xfrm flipH="1">
                <a:off x="5919430" y="4675979"/>
                <a:ext cx="63486" cy="6348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3" name="Google Shape;773;p15"/>
            <p:cNvGrpSpPr/>
            <p:nvPr/>
          </p:nvGrpSpPr>
          <p:grpSpPr>
            <a:xfrm>
              <a:off x="8514531" y="4138851"/>
              <a:ext cx="264364" cy="264369"/>
              <a:chOff x="8514531" y="4138851"/>
              <a:chExt cx="264364" cy="264369"/>
            </a:xfrm>
          </p:grpSpPr>
          <p:sp>
            <p:nvSpPr>
              <p:cNvPr id="774" name="Google Shape;774;p15"/>
              <p:cNvSpPr/>
              <p:nvPr/>
            </p:nvSpPr>
            <p:spPr>
              <a:xfrm flipH="1">
                <a:off x="8514531" y="4339731"/>
                <a:ext cx="63486" cy="6348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1"/>
                      <a:pt x="243" y="1085"/>
                      <a:pt x="542" y="1085"/>
                    </a:cubicBezTo>
                    <a:cubicBezTo>
                      <a:pt x="841" y="1085"/>
                      <a:pt x="1085" y="841"/>
                      <a:pt x="1085" y="542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5"/>
              <p:cNvSpPr/>
              <p:nvPr/>
            </p:nvSpPr>
            <p:spPr>
              <a:xfrm flipH="1">
                <a:off x="8613595" y="4240666"/>
                <a:ext cx="63486" cy="6348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2" y="1085"/>
                      <a:pt x="1085" y="842"/>
                      <a:pt x="1085" y="542"/>
                    </a:cubicBezTo>
                    <a:cubicBezTo>
                      <a:pt x="1085" y="243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/>
              <p:nvPr/>
            </p:nvSpPr>
            <p:spPr>
              <a:xfrm flipH="1">
                <a:off x="8715410" y="4138851"/>
                <a:ext cx="63486" cy="6348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3" y="1085"/>
                    </a:cubicBezTo>
                    <a:cubicBezTo>
                      <a:pt x="842" y="1085"/>
                      <a:pt x="1085" y="842"/>
                      <a:pt x="1085" y="543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_AND_TWO_COLUMNS_1_1_1"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0" name="Google Shape;1510;p29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512" name="Google Shape;1512;p29"/>
          <p:cNvSpPr txBox="1">
            <a:spLocks noGrp="1"/>
          </p:cNvSpPr>
          <p:nvPr>
            <p:ph type="subTitle" idx="1"/>
          </p:nvPr>
        </p:nvSpPr>
        <p:spPr>
          <a:xfrm>
            <a:off x="4697450" y="1439025"/>
            <a:ext cx="3438900" cy="14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3" name="Google Shape;1513;p29"/>
          <p:cNvSpPr txBox="1">
            <a:spLocks noGrp="1"/>
          </p:cNvSpPr>
          <p:nvPr>
            <p:ph type="subTitle" idx="2"/>
          </p:nvPr>
        </p:nvSpPr>
        <p:spPr>
          <a:xfrm>
            <a:off x="1007650" y="1439025"/>
            <a:ext cx="3438900" cy="14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4" name="Google Shape;1514;p29"/>
          <p:cNvSpPr txBox="1">
            <a:spLocks noGrp="1"/>
          </p:cNvSpPr>
          <p:nvPr>
            <p:ph type="subTitle" idx="3"/>
          </p:nvPr>
        </p:nvSpPr>
        <p:spPr>
          <a:xfrm>
            <a:off x="4697450" y="3087500"/>
            <a:ext cx="3438900" cy="14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5" name="Google Shape;1515;p29"/>
          <p:cNvSpPr txBox="1">
            <a:spLocks noGrp="1"/>
          </p:cNvSpPr>
          <p:nvPr>
            <p:ph type="subTitle" idx="4"/>
          </p:nvPr>
        </p:nvSpPr>
        <p:spPr>
          <a:xfrm>
            <a:off x="1007650" y="3087500"/>
            <a:ext cx="3438900" cy="14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16" name="Google Shape;1516;p29"/>
          <p:cNvGrpSpPr/>
          <p:nvPr/>
        </p:nvGrpSpPr>
        <p:grpSpPr>
          <a:xfrm>
            <a:off x="107100" y="297091"/>
            <a:ext cx="8828225" cy="4620334"/>
            <a:chOff x="107100" y="297091"/>
            <a:chExt cx="8828225" cy="4620334"/>
          </a:xfrm>
        </p:grpSpPr>
        <p:grpSp>
          <p:nvGrpSpPr>
            <p:cNvPr id="1517" name="Google Shape;1517;p29"/>
            <p:cNvGrpSpPr/>
            <p:nvPr/>
          </p:nvGrpSpPr>
          <p:grpSpPr>
            <a:xfrm rot="-5400000">
              <a:off x="7963500" y="3945600"/>
              <a:ext cx="1439100" cy="504550"/>
              <a:chOff x="2539675" y="122850"/>
              <a:chExt cx="1439100" cy="504550"/>
            </a:xfrm>
          </p:grpSpPr>
          <p:sp>
            <p:nvSpPr>
              <p:cNvPr id="1518" name="Google Shape;1518;p29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9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0" name="Google Shape;1520;p29"/>
            <p:cNvGrpSpPr/>
            <p:nvPr/>
          </p:nvGrpSpPr>
          <p:grpSpPr>
            <a:xfrm rot="10800000" flipH="1">
              <a:off x="107100" y="297091"/>
              <a:ext cx="612900" cy="1328860"/>
              <a:chOff x="107100" y="3703540"/>
              <a:chExt cx="612900" cy="1328860"/>
            </a:xfrm>
          </p:grpSpPr>
          <p:sp>
            <p:nvSpPr>
              <p:cNvPr id="1521" name="Google Shape;1521;p29"/>
              <p:cNvSpPr/>
              <p:nvPr/>
            </p:nvSpPr>
            <p:spPr>
              <a:xfrm>
                <a:off x="385525" y="3703540"/>
                <a:ext cx="271201" cy="723536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6835" extrusionOk="0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9"/>
              <p:cNvSpPr/>
              <p:nvPr/>
            </p:nvSpPr>
            <p:spPr>
              <a:xfrm>
                <a:off x="250291" y="45629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9"/>
              <p:cNvSpPr/>
              <p:nvPr/>
            </p:nvSpPr>
            <p:spPr>
              <a:xfrm>
                <a:off x="107100" y="4419800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24" name="Google Shape;1524;p29"/>
          <p:cNvGrpSpPr/>
          <p:nvPr/>
        </p:nvGrpSpPr>
        <p:grpSpPr>
          <a:xfrm>
            <a:off x="90860" y="-82702"/>
            <a:ext cx="9067137" cy="5454796"/>
            <a:chOff x="90860" y="-82702"/>
            <a:chExt cx="9067137" cy="5454796"/>
          </a:xfrm>
        </p:grpSpPr>
        <p:grpSp>
          <p:nvGrpSpPr>
            <p:cNvPr id="1525" name="Google Shape;1525;p29"/>
            <p:cNvGrpSpPr/>
            <p:nvPr/>
          </p:nvGrpSpPr>
          <p:grpSpPr>
            <a:xfrm>
              <a:off x="7794365" y="3589274"/>
              <a:ext cx="1363631" cy="1782819"/>
              <a:chOff x="7794365" y="3589274"/>
              <a:chExt cx="1363631" cy="1782819"/>
            </a:xfrm>
          </p:grpSpPr>
          <p:sp>
            <p:nvSpPr>
              <p:cNvPr id="1526" name="Google Shape;1526;p29"/>
              <p:cNvSpPr/>
              <p:nvPr/>
            </p:nvSpPr>
            <p:spPr>
              <a:xfrm>
                <a:off x="8349320" y="4892096"/>
                <a:ext cx="111063" cy="296297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6835" extrusionOk="0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9"/>
              <p:cNvSpPr/>
              <p:nvPr/>
            </p:nvSpPr>
            <p:spPr>
              <a:xfrm>
                <a:off x="7853970" y="4734112"/>
                <a:ext cx="160568" cy="637982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14717" extrusionOk="0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9"/>
              <p:cNvSpPr/>
              <p:nvPr/>
            </p:nvSpPr>
            <p:spPr>
              <a:xfrm>
                <a:off x="7794365" y="4673682"/>
                <a:ext cx="138113" cy="138070"/>
              </a:xfrm>
              <a:custGeom>
                <a:avLst/>
                <a:gdLst/>
                <a:ahLst/>
                <a:cxnLst/>
                <a:rect l="l" t="t" r="r" b="b"/>
                <a:pathLst>
                  <a:path w="3186" h="3185" extrusionOk="0">
                    <a:moveTo>
                      <a:pt x="1593" y="0"/>
                    </a:moveTo>
                    <a:cubicBezTo>
                      <a:pt x="714" y="0"/>
                      <a:pt x="1" y="713"/>
                      <a:pt x="1" y="1593"/>
                    </a:cubicBezTo>
                    <a:cubicBezTo>
                      <a:pt x="1" y="2472"/>
                      <a:pt x="714" y="3185"/>
                      <a:pt x="1593" y="3185"/>
                    </a:cubicBezTo>
                    <a:cubicBezTo>
                      <a:pt x="2473" y="3185"/>
                      <a:pt x="3186" y="2472"/>
                      <a:pt x="3186" y="1593"/>
                    </a:cubicBezTo>
                    <a:cubicBezTo>
                      <a:pt x="3186" y="713"/>
                      <a:pt x="2473" y="0"/>
                      <a:pt x="1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9"/>
              <p:cNvSpPr/>
              <p:nvPr/>
            </p:nvSpPr>
            <p:spPr>
              <a:xfrm>
                <a:off x="7834333" y="4713651"/>
                <a:ext cx="58176" cy="58132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1341" extrusionOk="0">
                    <a:moveTo>
                      <a:pt x="671" y="0"/>
                    </a:moveTo>
                    <a:cubicBezTo>
                      <a:pt x="301" y="0"/>
                      <a:pt x="1" y="301"/>
                      <a:pt x="1" y="671"/>
                    </a:cubicBezTo>
                    <a:cubicBezTo>
                      <a:pt x="1" y="1041"/>
                      <a:pt x="301" y="1341"/>
                      <a:pt x="671" y="1341"/>
                    </a:cubicBezTo>
                    <a:cubicBezTo>
                      <a:pt x="1041" y="1341"/>
                      <a:pt x="1341" y="1041"/>
                      <a:pt x="1341" y="671"/>
                    </a:cubicBezTo>
                    <a:cubicBezTo>
                      <a:pt x="1341" y="301"/>
                      <a:pt x="1041" y="0"/>
                      <a:pt x="6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9"/>
              <p:cNvSpPr/>
              <p:nvPr/>
            </p:nvSpPr>
            <p:spPr>
              <a:xfrm>
                <a:off x="8384952" y="4824123"/>
                <a:ext cx="138156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3187" h="3186" extrusionOk="0">
                    <a:moveTo>
                      <a:pt x="1593" y="1"/>
                    </a:moveTo>
                    <a:cubicBezTo>
                      <a:pt x="713" y="1"/>
                      <a:pt x="0" y="714"/>
                      <a:pt x="0" y="1593"/>
                    </a:cubicBezTo>
                    <a:cubicBezTo>
                      <a:pt x="0" y="2473"/>
                      <a:pt x="713" y="3186"/>
                      <a:pt x="1593" y="3186"/>
                    </a:cubicBezTo>
                    <a:cubicBezTo>
                      <a:pt x="2472" y="3186"/>
                      <a:pt x="3186" y="2473"/>
                      <a:pt x="3186" y="1593"/>
                    </a:cubicBezTo>
                    <a:cubicBezTo>
                      <a:pt x="3186" y="714"/>
                      <a:pt x="2472" y="1"/>
                      <a:pt x="15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9"/>
              <p:cNvSpPr/>
              <p:nvPr/>
            </p:nvSpPr>
            <p:spPr>
              <a:xfrm>
                <a:off x="8424919" y="4864092"/>
                <a:ext cx="5817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1342" extrusionOk="0">
                    <a:moveTo>
                      <a:pt x="671" y="1"/>
                    </a:moveTo>
                    <a:cubicBezTo>
                      <a:pt x="300" y="1"/>
                      <a:pt x="0" y="301"/>
                      <a:pt x="0" y="671"/>
                    </a:cubicBezTo>
                    <a:cubicBezTo>
                      <a:pt x="0" y="1041"/>
                      <a:pt x="300" y="1342"/>
                      <a:pt x="671" y="1342"/>
                    </a:cubicBezTo>
                    <a:cubicBezTo>
                      <a:pt x="1042" y="1342"/>
                      <a:pt x="1342" y="1041"/>
                      <a:pt x="1342" y="671"/>
                    </a:cubicBezTo>
                    <a:cubicBezTo>
                      <a:pt x="1342" y="301"/>
                      <a:pt x="1042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9"/>
              <p:cNvSpPr/>
              <p:nvPr/>
            </p:nvSpPr>
            <p:spPr>
              <a:xfrm>
                <a:off x="8448102" y="3654597"/>
                <a:ext cx="709894" cy="1646861"/>
              </a:xfrm>
              <a:custGeom>
                <a:avLst/>
                <a:gdLst/>
                <a:ahLst/>
                <a:cxnLst/>
                <a:rect l="l" t="t" r="r" b="b"/>
                <a:pathLst>
                  <a:path w="16041" h="37213" extrusionOk="0">
                    <a:moveTo>
                      <a:pt x="218" y="1"/>
                    </a:moveTo>
                    <a:cubicBezTo>
                      <a:pt x="167" y="1"/>
                      <a:pt x="117" y="20"/>
                      <a:pt x="78" y="59"/>
                    </a:cubicBezTo>
                    <a:cubicBezTo>
                      <a:pt x="0" y="136"/>
                      <a:pt x="0" y="261"/>
                      <a:pt x="78" y="340"/>
                    </a:cubicBezTo>
                    <a:lnTo>
                      <a:pt x="3490" y="3751"/>
                    </a:lnTo>
                    <a:lnTo>
                      <a:pt x="3490" y="7570"/>
                    </a:lnTo>
                    <a:cubicBezTo>
                      <a:pt x="3490" y="7622"/>
                      <a:pt x="3511" y="7673"/>
                      <a:pt x="3548" y="7709"/>
                    </a:cubicBezTo>
                    <a:lnTo>
                      <a:pt x="11586" y="15747"/>
                    </a:lnTo>
                    <a:lnTo>
                      <a:pt x="11586" y="21264"/>
                    </a:lnTo>
                    <a:cubicBezTo>
                      <a:pt x="11586" y="21316"/>
                      <a:pt x="11607" y="21366"/>
                      <a:pt x="11644" y="21404"/>
                    </a:cubicBezTo>
                    <a:lnTo>
                      <a:pt x="15643" y="25403"/>
                    </a:lnTo>
                    <a:cubicBezTo>
                      <a:pt x="15535" y="36986"/>
                      <a:pt x="15626" y="37079"/>
                      <a:pt x="15700" y="37153"/>
                    </a:cubicBezTo>
                    <a:cubicBezTo>
                      <a:pt x="15737" y="37190"/>
                      <a:pt x="15789" y="37213"/>
                      <a:pt x="15841" y="37213"/>
                    </a:cubicBezTo>
                    <a:cubicBezTo>
                      <a:pt x="15951" y="37213"/>
                      <a:pt x="16040" y="37124"/>
                      <a:pt x="16040" y="37014"/>
                    </a:cubicBezTo>
                    <a:cubicBezTo>
                      <a:pt x="16040" y="36990"/>
                      <a:pt x="16035" y="36966"/>
                      <a:pt x="16027" y="36943"/>
                    </a:cubicBezTo>
                    <a:cubicBezTo>
                      <a:pt x="15961" y="36429"/>
                      <a:pt x="15999" y="29745"/>
                      <a:pt x="16040" y="25324"/>
                    </a:cubicBezTo>
                    <a:cubicBezTo>
                      <a:pt x="16040" y="25271"/>
                      <a:pt x="16019" y="25220"/>
                      <a:pt x="15982" y="25182"/>
                    </a:cubicBezTo>
                    <a:lnTo>
                      <a:pt x="11982" y="21181"/>
                    </a:lnTo>
                    <a:lnTo>
                      <a:pt x="11982" y="15665"/>
                    </a:lnTo>
                    <a:cubicBezTo>
                      <a:pt x="11982" y="15612"/>
                      <a:pt x="11960" y="15562"/>
                      <a:pt x="11924" y="15525"/>
                    </a:cubicBezTo>
                    <a:lnTo>
                      <a:pt x="3886" y="7487"/>
                    </a:lnTo>
                    <a:lnTo>
                      <a:pt x="3886" y="3670"/>
                    </a:lnTo>
                    <a:cubicBezTo>
                      <a:pt x="3886" y="3617"/>
                      <a:pt x="3865" y="3567"/>
                      <a:pt x="3828" y="3529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29"/>
              <p:cNvSpPr/>
              <p:nvPr/>
            </p:nvSpPr>
            <p:spPr>
              <a:xfrm>
                <a:off x="8614072" y="4433417"/>
                <a:ext cx="89218" cy="89218"/>
              </a:xfrm>
              <a:custGeom>
                <a:avLst/>
                <a:gdLst/>
                <a:ahLst/>
                <a:cxnLst/>
                <a:rect l="l" t="t" r="r" b="b"/>
                <a:pathLst>
                  <a:path w="2016" h="2016" extrusionOk="0">
                    <a:moveTo>
                      <a:pt x="1007" y="0"/>
                    </a:moveTo>
                    <a:cubicBezTo>
                      <a:pt x="451" y="0"/>
                      <a:pt x="0" y="452"/>
                      <a:pt x="0" y="1007"/>
                    </a:cubicBezTo>
                    <a:cubicBezTo>
                      <a:pt x="0" y="1564"/>
                      <a:pt x="451" y="2016"/>
                      <a:pt x="1007" y="2016"/>
                    </a:cubicBezTo>
                    <a:cubicBezTo>
                      <a:pt x="1564" y="2016"/>
                      <a:pt x="2016" y="1564"/>
                      <a:pt x="2016" y="1007"/>
                    </a:cubicBezTo>
                    <a:cubicBezTo>
                      <a:pt x="2016" y="452"/>
                      <a:pt x="1564" y="0"/>
                      <a:pt x="10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29"/>
              <p:cNvSpPr/>
              <p:nvPr/>
            </p:nvSpPr>
            <p:spPr>
              <a:xfrm>
                <a:off x="8528260" y="4347604"/>
                <a:ext cx="260839" cy="260839"/>
              </a:xfrm>
              <a:custGeom>
                <a:avLst/>
                <a:gdLst/>
                <a:ahLst/>
                <a:cxnLst/>
                <a:rect l="l" t="t" r="r" b="b"/>
                <a:pathLst>
                  <a:path w="5894" h="5894" extrusionOk="0">
                    <a:moveTo>
                      <a:pt x="2946" y="198"/>
                    </a:moveTo>
                    <a:cubicBezTo>
                      <a:pt x="4463" y="198"/>
                      <a:pt x="5696" y="1432"/>
                      <a:pt x="5696" y="2948"/>
                    </a:cubicBezTo>
                    <a:cubicBezTo>
                      <a:pt x="5696" y="4463"/>
                      <a:pt x="4463" y="5696"/>
                      <a:pt x="2946" y="5696"/>
                    </a:cubicBezTo>
                    <a:cubicBezTo>
                      <a:pt x="1431" y="5696"/>
                      <a:pt x="198" y="4463"/>
                      <a:pt x="198" y="2948"/>
                    </a:cubicBezTo>
                    <a:cubicBezTo>
                      <a:pt x="198" y="1431"/>
                      <a:pt x="1431" y="198"/>
                      <a:pt x="2946" y="198"/>
                    </a:cubicBezTo>
                    <a:close/>
                    <a:moveTo>
                      <a:pt x="2946" y="0"/>
                    </a:moveTo>
                    <a:cubicBezTo>
                      <a:pt x="1322" y="0"/>
                      <a:pt x="0" y="1322"/>
                      <a:pt x="0" y="2948"/>
                    </a:cubicBezTo>
                    <a:cubicBezTo>
                      <a:pt x="0" y="4572"/>
                      <a:pt x="1322" y="5894"/>
                      <a:pt x="2946" y="5894"/>
                    </a:cubicBezTo>
                    <a:cubicBezTo>
                      <a:pt x="4572" y="5894"/>
                      <a:pt x="5894" y="4572"/>
                      <a:pt x="5894" y="2948"/>
                    </a:cubicBezTo>
                    <a:cubicBezTo>
                      <a:pt x="5894" y="1322"/>
                      <a:pt x="4572" y="0"/>
                      <a:pt x="29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29"/>
              <p:cNvSpPr/>
              <p:nvPr/>
            </p:nvSpPr>
            <p:spPr>
              <a:xfrm>
                <a:off x="8387250" y="3589274"/>
                <a:ext cx="140996" cy="141041"/>
              </a:xfrm>
              <a:custGeom>
                <a:avLst/>
                <a:gdLst/>
                <a:ahLst/>
                <a:cxnLst/>
                <a:rect l="l" t="t" r="r" b="b"/>
                <a:pathLst>
                  <a:path w="3186" h="3187" extrusionOk="0">
                    <a:moveTo>
                      <a:pt x="1593" y="1"/>
                    </a:moveTo>
                    <a:cubicBezTo>
                      <a:pt x="713" y="1"/>
                      <a:pt x="0" y="715"/>
                      <a:pt x="0" y="1594"/>
                    </a:cubicBezTo>
                    <a:cubicBezTo>
                      <a:pt x="0" y="2474"/>
                      <a:pt x="713" y="3187"/>
                      <a:pt x="1593" y="3187"/>
                    </a:cubicBezTo>
                    <a:cubicBezTo>
                      <a:pt x="2472" y="3187"/>
                      <a:pt x="3185" y="2474"/>
                      <a:pt x="3185" y="1594"/>
                    </a:cubicBezTo>
                    <a:cubicBezTo>
                      <a:pt x="3185" y="715"/>
                      <a:pt x="2472" y="1"/>
                      <a:pt x="15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9"/>
              <p:cNvSpPr/>
              <p:nvPr/>
            </p:nvSpPr>
            <p:spPr>
              <a:xfrm>
                <a:off x="8428054" y="3630079"/>
                <a:ext cx="59390" cy="59434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1343" extrusionOk="0">
                    <a:moveTo>
                      <a:pt x="671" y="1"/>
                    </a:moveTo>
                    <a:cubicBezTo>
                      <a:pt x="301" y="1"/>
                      <a:pt x="0" y="301"/>
                      <a:pt x="0" y="672"/>
                    </a:cubicBezTo>
                    <a:cubicBezTo>
                      <a:pt x="0" y="1042"/>
                      <a:pt x="301" y="1343"/>
                      <a:pt x="671" y="1343"/>
                    </a:cubicBezTo>
                    <a:cubicBezTo>
                      <a:pt x="1041" y="1343"/>
                      <a:pt x="1341" y="1042"/>
                      <a:pt x="1341" y="672"/>
                    </a:cubicBezTo>
                    <a:cubicBezTo>
                      <a:pt x="1341" y="301"/>
                      <a:pt x="1041" y="1"/>
                      <a:pt x="6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29"/>
            <p:cNvGrpSpPr/>
            <p:nvPr/>
          </p:nvGrpSpPr>
          <p:grpSpPr>
            <a:xfrm>
              <a:off x="90860" y="-82702"/>
              <a:ext cx="617358" cy="1172452"/>
              <a:chOff x="14660" y="-82702"/>
              <a:chExt cx="617358" cy="1172452"/>
            </a:xfrm>
          </p:grpSpPr>
          <p:sp>
            <p:nvSpPr>
              <p:cNvPr id="1538" name="Google Shape;1538;p29"/>
              <p:cNvSpPr/>
              <p:nvPr/>
            </p:nvSpPr>
            <p:spPr>
              <a:xfrm rot="-5400000">
                <a:off x="135873" y="207201"/>
                <a:ext cx="786047" cy="206242"/>
              </a:xfrm>
              <a:custGeom>
                <a:avLst/>
                <a:gdLst/>
                <a:ahLst/>
                <a:cxnLst/>
                <a:rect l="l" t="t" r="r" b="b"/>
                <a:pathLst>
                  <a:path w="14380" h="3773" extrusionOk="0">
                    <a:moveTo>
                      <a:pt x="3670" y="0"/>
                    </a:moveTo>
                    <a:cubicBezTo>
                      <a:pt x="3629" y="0"/>
                      <a:pt x="3590" y="17"/>
                      <a:pt x="3562" y="45"/>
                    </a:cubicBezTo>
                    <a:lnTo>
                      <a:pt x="2021" y="1585"/>
                    </a:lnTo>
                    <a:cubicBezTo>
                      <a:pt x="1807" y="1408"/>
                      <a:pt x="1538" y="1297"/>
                      <a:pt x="1237" y="1297"/>
                    </a:cubicBezTo>
                    <a:cubicBezTo>
                      <a:pt x="554" y="1297"/>
                      <a:pt x="1" y="1852"/>
                      <a:pt x="1" y="2535"/>
                    </a:cubicBezTo>
                    <a:cubicBezTo>
                      <a:pt x="1" y="3218"/>
                      <a:pt x="554" y="3773"/>
                      <a:pt x="1237" y="3773"/>
                    </a:cubicBezTo>
                    <a:cubicBezTo>
                      <a:pt x="1921" y="3773"/>
                      <a:pt x="2475" y="3218"/>
                      <a:pt x="2475" y="2535"/>
                    </a:cubicBezTo>
                    <a:cubicBezTo>
                      <a:pt x="2475" y="2262"/>
                      <a:pt x="2384" y="2011"/>
                      <a:pt x="2234" y="1807"/>
                    </a:cubicBezTo>
                    <a:lnTo>
                      <a:pt x="3734" y="308"/>
                    </a:lnTo>
                    <a:lnTo>
                      <a:pt x="14226" y="308"/>
                    </a:lnTo>
                    <a:cubicBezTo>
                      <a:pt x="14311" y="308"/>
                      <a:pt x="14380" y="239"/>
                      <a:pt x="14380" y="154"/>
                    </a:cubicBezTo>
                    <a:cubicBezTo>
                      <a:pt x="14380" y="69"/>
                      <a:pt x="14311" y="0"/>
                      <a:pt x="142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9"/>
              <p:cNvSpPr/>
              <p:nvPr/>
            </p:nvSpPr>
            <p:spPr>
              <a:xfrm rot="-5400000">
                <a:off x="535866" y="607140"/>
                <a:ext cx="56958" cy="57068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4" extrusionOk="0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5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9"/>
              <p:cNvSpPr/>
              <p:nvPr/>
            </p:nvSpPr>
            <p:spPr>
              <a:xfrm rot="-5400000">
                <a:off x="-199563" y="273479"/>
                <a:ext cx="1114951" cy="402589"/>
              </a:xfrm>
              <a:custGeom>
                <a:avLst/>
                <a:gdLst/>
                <a:ahLst/>
                <a:cxnLst/>
                <a:rect l="l" t="t" r="r" b="b"/>
                <a:pathLst>
                  <a:path w="20397" h="7365" extrusionOk="0">
                    <a:moveTo>
                      <a:pt x="14368" y="1"/>
                    </a:moveTo>
                    <a:cubicBezTo>
                      <a:pt x="14327" y="1"/>
                      <a:pt x="14288" y="16"/>
                      <a:pt x="14259" y="46"/>
                    </a:cubicBezTo>
                    <a:lnTo>
                      <a:pt x="11461" y="2844"/>
                    </a:lnTo>
                    <a:lnTo>
                      <a:pt x="4342" y="2844"/>
                    </a:lnTo>
                    <a:cubicBezTo>
                      <a:pt x="4301" y="2844"/>
                      <a:pt x="4262" y="2859"/>
                      <a:pt x="4233" y="2889"/>
                    </a:cubicBezTo>
                    <a:lnTo>
                      <a:pt x="1980" y="5142"/>
                    </a:lnTo>
                    <a:cubicBezTo>
                      <a:pt x="1771" y="4986"/>
                      <a:pt x="1517" y="4890"/>
                      <a:pt x="1237" y="4890"/>
                    </a:cubicBezTo>
                    <a:cubicBezTo>
                      <a:pt x="554" y="4890"/>
                      <a:pt x="1" y="5445"/>
                      <a:pt x="1" y="6128"/>
                    </a:cubicBezTo>
                    <a:cubicBezTo>
                      <a:pt x="1" y="6811"/>
                      <a:pt x="554" y="7364"/>
                      <a:pt x="1237" y="7364"/>
                    </a:cubicBezTo>
                    <a:cubicBezTo>
                      <a:pt x="1920" y="7364"/>
                      <a:pt x="2475" y="6811"/>
                      <a:pt x="2475" y="6128"/>
                    </a:cubicBezTo>
                    <a:cubicBezTo>
                      <a:pt x="2475" y="5835"/>
                      <a:pt x="2368" y="5569"/>
                      <a:pt x="2199" y="5357"/>
                    </a:cubicBezTo>
                    <a:lnTo>
                      <a:pt x="4405" y="3151"/>
                    </a:lnTo>
                    <a:lnTo>
                      <a:pt x="11524" y="3151"/>
                    </a:lnTo>
                    <a:cubicBezTo>
                      <a:pt x="11566" y="3151"/>
                      <a:pt x="11605" y="3135"/>
                      <a:pt x="11633" y="3106"/>
                    </a:cubicBezTo>
                    <a:lnTo>
                      <a:pt x="14431" y="308"/>
                    </a:lnTo>
                    <a:lnTo>
                      <a:pt x="20243" y="308"/>
                    </a:lnTo>
                    <a:cubicBezTo>
                      <a:pt x="20328" y="308"/>
                      <a:pt x="20397" y="239"/>
                      <a:pt x="20397" y="154"/>
                    </a:cubicBezTo>
                    <a:cubicBezTo>
                      <a:pt x="20397" y="69"/>
                      <a:pt x="20328" y="1"/>
                      <a:pt x="20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9"/>
              <p:cNvSpPr/>
              <p:nvPr/>
            </p:nvSpPr>
            <p:spPr>
              <a:xfrm rot="-5400000">
                <a:off x="463055" y="936098"/>
                <a:ext cx="57013" cy="57013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2" y="1"/>
                    </a:moveTo>
                    <a:cubicBezTo>
                      <a:pt x="234" y="1"/>
                      <a:pt x="1" y="233"/>
                      <a:pt x="1" y="522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10" y="1042"/>
                      <a:pt x="1042" y="809"/>
                      <a:pt x="1042" y="522"/>
                    </a:cubicBezTo>
                    <a:cubicBezTo>
                      <a:pt x="1042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9"/>
              <p:cNvSpPr/>
              <p:nvPr/>
            </p:nvSpPr>
            <p:spPr>
              <a:xfrm rot="-5400000">
                <a:off x="-227413" y="159372"/>
                <a:ext cx="702140" cy="217994"/>
              </a:xfrm>
              <a:custGeom>
                <a:avLst/>
                <a:gdLst/>
                <a:ahLst/>
                <a:cxnLst/>
                <a:rect l="l" t="t" r="r" b="b"/>
                <a:pathLst>
                  <a:path w="12845" h="3988" extrusionOk="0">
                    <a:moveTo>
                      <a:pt x="4160" y="0"/>
                    </a:moveTo>
                    <a:cubicBezTo>
                      <a:pt x="4119" y="0"/>
                      <a:pt x="4080" y="16"/>
                      <a:pt x="4052" y="45"/>
                    </a:cubicBezTo>
                    <a:lnTo>
                      <a:pt x="2161" y="1934"/>
                    </a:lnTo>
                    <a:cubicBezTo>
                      <a:pt x="1934" y="1678"/>
                      <a:pt x="1607" y="1514"/>
                      <a:pt x="1238" y="1514"/>
                    </a:cubicBezTo>
                    <a:cubicBezTo>
                      <a:pt x="555" y="1514"/>
                      <a:pt x="0" y="2068"/>
                      <a:pt x="0" y="2751"/>
                    </a:cubicBezTo>
                    <a:cubicBezTo>
                      <a:pt x="0" y="3435"/>
                      <a:pt x="555" y="3988"/>
                      <a:pt x="1238" y="3988"/>
                    </a:cubicBezTo>
                    <a:cubicBezTo>
                      <a:pt x="1921" y="3988"/>
                      <a:pt x="2476" y="3435"/>
                      <a:pt x="2476" y="2751"/>
                    </a:cubicBezTo>
                    <a:cubicBezTo>
                      <a:pt x="2476" y="2549"/>
                      <a:pt x="2423" y="2362"/>
                      <a:pt x="2338" y="2193"/>
                    </a:cubicBezTo>
                    <a:lnTo>
                      <a:pt x="4223" y="308"/>
                    </a:lnTo>
                    <a:lnTo>
                      <a:pt x="12691" y="308"/>
                    </a:lnTo>
                    <a:cubicBezTo>
                      <a:pt x="12776" y="308"/>
                      <a:pt x="12845" y="239"/>
                      <a:pt x="12845" y="154"/>
                    </a:cubicBezTo>
                    <a:cubicBezTo>
                      <a:pt x="12845" y="69"/>
                      <a:pt x="12776" y="0"/>
                      <a:pt x="126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9"/>
              <p:cNvSpPr/>
              <p:nvPr/>
            </p:nvSpPr>
            <p:spPr>
              <a:xfrm rot="-5400000">
                <a:off x="136475" y="523260"/>
                <a:ext cx="57068" cy="57013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3" extrusionOk="0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10"/>
                      <a:pt x="235" y="1042"/>
                      <a:pt x="522" y="1042"/>
                    </a:cubicBezTo>
                    <a:cubicBezTo>
                      <a:pt x="811" y="1042"/>
                      <a:pt x="1043" y="810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9"/>
              <p:cNvSpPr/>
              <p:nvPr/>
            </p:nvSpPr>
            <p:spPr>
              <a:xfrm rot="-5400000">
                <a:off x="122222" y="921800"/>
                <a:ext cx="85601" cy="85656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0"/>
                    </a:moveTo>
                    <a:cubicBezTo>
                      <a:pt x="350" y="0"/>
                      <a:pt x="0" y="351"/>
                      <a:pt x="0" y="783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6" y="1567"/>
                      <a:pt x="1566" y="1216"/>
                      <a:pt x="1566" y="783"/>
                    </a:cubicBezTo>
                    <a:cubicBezTo>
                      <a:pt x="1566" y="351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9"/>
              <p:cNvSpPr/>
              <p:nvPr/>
            </p:nvSpPr>
            <p:spPr>
              <a:xfrm rot="-5400000">
                <a:off x="39873" y="839450"/>
                <a:ext cx="250300" cy="250300"/>
              </a:xfrm>
              <a:custGeom>
                <a:avLst/>
                <a:gdLst/>
                <a:ahLst/>
                <a:cxnLst/>
                <a:rect l="l" t="t" r="r" b="b"/>
                <a:pathLst>
                  <a:path w="4579" h="4579" extrusionOk="0">
                    <a:moveTo>
                      <a:pt x="2289" y="154"/>
                    </a:moveTo>
                    <a:cubicBezTo>
                      <a:pt x="3466" y="154"/>
                      <a:pt x="4425" y="1111"/>
                      <a:pt x="4425" y="2289"/>
                    </a:cubicBezTo>
                    <a:cubicBezTo>
                      <a:pt x="4425" y="3468"/>
                      <a:pt x="3466" y="4425"/>
                      <a:pt x="2289" y="4425"/>
                    </a:cubicBezTo>
                    <a:cubicBezTo>
                      <a:pt x="1112" y="4425"/>
                      <a:pt x="154" y="3466"/>
                      <a:pt x="154" y="2289"/>
                    </a:cubicBezTo>
                    <a:cubicBezTo>
                      <a:pt x="154" y="1111"/>
                      <a:pt x="1112" y="154"/>
                      <a:pt x="2289" y="154"/>
                    </a:cubicBezTo>
                    <a:close/>
                    <a:moveTo>
                      <a:pt x="2289" y="0"/>
                    </a:moveTo>
                    <a:cubicBezTo>
                      <a:pt x="1026" y="0"/>
                      <a:pt x="0" y="1027"/>
                      <a:pt x="0" y="2289"/>
                    </a:cubicBezTo>
                    <a:cubicBezTo>
                      <a:pt x="0" y="3551"/>
                      <a:pt x="1026" y="4579"/>
                      <a:pt x="2289" y="4579"/>
                    </a:cubicBezTo>
                    <a:cubicBezTo>
                      <a:pt x="3552" y="4579"/>
                      <a:pt x="4579" y="3551"/>
                      <a:pt x="4579" y="2289"/>
                    </a:cubicBezTo>
                    <a:cubicBezTo>
                      <a:pt x="4579" y="1027"/>
                      <a:pt x="3552" y="0"/>
                      <a:pt x="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6" name="Google Shape;1546;p29"/>
          <p:cNvGrpSpPr/>
          <p:nvPr/>
        </p:nvGrpSpPr>
        <p:grpSpPr>
          <a:xfrm>
            <a:off x="232813" y="144887"/>
            <a:ext cx="8756098" cy="4932295"/>
            <a:chOff x="232813" y="144887"/>
            <a:chExt cx="8756098" cy="4932295"/>
          </a:xfrm>
        </p:grpSpPr>
        <p:grpSp>
          <p:nvGrpSpPr>
            <p:cNvPr id="1547" name="Google Shape;1547;p29"/>
            <p:cNvGrpSpPr/>
            <p:nvPr/>
          </p:nvGrpSpPr>
          <p:grpSpPr>
            <a:xfrm>
              <a:off x="232813" y="144887"/>
              <a:ext cx="680090" cy="1411840"/>
              <a:chOff x="156613" y="144887"/>
              <a:chExt cx="680090" cy="1411840"/>
            </a:xfrm>
          </p:grpSpPr>
          <p:sp>
            <p:nvSpPr>
              <p:cNvPr id="1548" name="Google Shape;1548;p29"/>
              <p:cNvSpPr/>
              <p:nvPr/>
            </p:nvSpPr>
            <p:spPr>
              <a:xfrm rot="-5400000">
                <a:off x="777394" y="332543"/>
                <a:ext cx="59309" cy="5930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4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4" y="1085"/>
                    </a:cubicBezTo>
                    <a:cubicBezTo>
                      <a:pt x="843" y="1085"/>
                      <a:pt x="1085" y="841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9"/>
              <p:cNvSpPr/>
              <p:nvPr/>
            </p:nvSpPr>
            <p:spPr>
              <a:xfrm rot="-5400000">
                <a:off x="684905" y="240000"/>
                <a:ext cx="59309" cy="5930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3" y="1084"/>
                    </a:cubicBezTo>
                    <a:cubicBezTo>
                      <a:pt x="842" y="1084"/>
                      <a:pt x="1085" y="841"/>
                      <a:pt x="1085" y="541"/>
                    </a:cubicBezTo>
                    <a:cubicBezTo>
                      <a:pt x="1085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9"/>
              <p:cNvSpPr/>
              <p:nvPr/>
            </p:nvSpPr>
            <p:spPr>
              <a:xfrm rot="-5400000">
                <a:off x="589738" y="144887"/>
                <a:ext cx="59309" cy="5930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3"/>
                      <a:pt x="243" y="1085"/>
                      <a:pt x="542" y="1085"/>
                    </a:cubicBezTo>
                    <a:cubicBezTo>
                      <a:pt x="843" y="1085"/>
                      <a:pt x="1085" y="843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9"/>
              <p:cNvSpPr/>
              <p:nvPr/>
            </p:nvSpPr>
            <p:spPr>
              <a:xfrm rot="-5400000">
                <a:off x="344269" y="1497418"/>
                <a:ext cx="59309" cy="5930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4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4" y="1085"/>
                    </a:cubicBezTo>
                    <a:cubicBezTo>
                      <a:pt x="843" y="1085"/>
                      <a:pt x="1085" y="841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9"/>
              <p:cNvSpPr/>
              <p:nvPr/>
            </p:nvSpPr>
            <p:spPr>
              <a:xfrm rot="-5400000">
                <a:off x="251780" y="1404875"/>
                <a:ext cx="59309" cy="5930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0"/>
                    </a:moveTo>
                    <a:cubicBezTo>
                      <a:pt x="243" y="0"/>
                      <a:pt x="1" y="242"/>
                      <a:pt x="1" y="541"/>
                    </a:cubicBezTo>
                    <a:cubicBezTo>
                      <a:pt x="1" y="841"/>
                      <a:pt x="243" y="1084"/>
                      <a:pt x="543" y="1084"/>
                    </a:cubicBezTo>
                    <a:cubicBezTo>
                      <a:pt x="842" y="1084"/>
                      <a:pt x="1085" y="841"/>
                      <a:pt x="1085" y="541"/>
                    </a:cubicBezTo>
                    <a:cubicBezTo>
                      <a:pt x="1085" y="242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9"/>
              <p:cNvSpPr/>
              <p:nvPr/>
            </p:nvSpPr>
            <p:spPr>
              <a:xfrm rot="-5400000">
                <a:off x="156613" y="1309762"/>
                <a:ext cx="59309" cy="59309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3"/>
                      <a:pt x="243" y="1085"/>
                      <a:pt x="542" y="1085"/>
                    </a:cubicBezTo>
                    <a:cubicBezTo>
                      <a:pt x="843" y="1085"/>
                      <a:pt x="1085" y="843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4" name="Google Shape;1554;p29"/>
            <p:cNvGrpSpPr/>
            <p:nvPr/>
          </p:nvGrpSpPr>
          <p:grpSpPr>
            <a:xfrm>
              <a:off x="7645550" y="3883667"/>
              <a:ext cx="1343360" cy="1193515"/>
              <a:chOff x="7645550" y="3883667"/>
              <a:chExt cx="1343360" cy="1193515"/>
            </a:xfrm>
          </p:grpSpPr>
          <p:sp>
            <p:nvSpPr>
              <p:cNvPr id="1555" name="Google Shape;1555;p29"/>
              <p:cNvSpPr/>
              <p:nvPr/>
            </p:nvSpPr>
            <p:spPr>
              <a:xfrm>
                <a:off x="7837107" y="5016665"/>
                <a:ext cx="60517" cy="60517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1396" extrusionOk="0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3"/>
                      <a:pt x="313" y="1395"/>
                      <a:pt x="698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9"/>
              <p:cNvSpPr/>
              <p:nvPr/>
            </p:nvSpPr>
            <p:spPr>
              <a:xfrm>
                <a:off x="7742651" y="4922206"/>
                <a:ext cx="60517" cy="60517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1396" extrusionOk="0">
                    <a:moveTo>
                      <a:pt x="698" y="1"/>
                    </a:moveTo>
                    <a:cubicBezTo>
                      <a:pt x="313" y="1"/>
                      <a:pt x="1" y="313"/>
                      <a:pt x="1" y="698"/>
                    </a:cubicBezTo>
                    <a:cubicBezTo>
                      <a:pt x="1" y="1084"/>
                      <a:pt x="313" y="1396"/>
                      <a:pt x="698" y="1396"/>
                    </a:cubicBezTo>
                    <a:cubicBezTo>
                      <a:pt x="1084" y="1396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9"/>
              <p:cNvSpPr/>
              <p:nvPr/>
            </p:nvSpPr>
            <p:spPr>
              <a:xfrm>
                <a:off x="7645550" y="4825103"/>
                <a:ext cx="60560" cy="60517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1396" extrusionOk="0">
                    <a:moveTo>
                      <a:pt x="699" y="1"/>
                    </a:moveTo>
                    <a:cubicBezTo>
                      <a:pt x="314" y="1"/>
                      <a:pt x="1" y="313"/>
                      <a:pt x="1" y="698"/>
                    </a:cubicBezTo>
                    <a:cubicBezTo>
                      <a:pt x="1" y="1083"/>
                      <a:pt x="314" y="1395"/>
                      <a:pt x="699" y="1395"/>
                    </a:cubicBezTo>
                    <a:cubicBezTo>
                      <a:pt x="1085" y="1395"/>
                      <a:pt x="1397" y="1083"/>
                      <a:pt x="1397" y="698"/>
                    </a:cubicBezTo>
                    <a:cubicBezTo>
                      <a:pt x="1397" y="313"/>
                      <a:pt x="1085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9"/>
              <p:cNvSpPr/>
              <p:nvPr/>
            </p:nvSpPr>
            <p:spPr>
              <a:xfrm>
                <a:off x="8927086" y="4079235"/>
                <a:ext cx="61824" cy="61868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1398" extrusionOk="0">
                    <a:moveTo>
                      <a:pt x="699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4"/>
                      <a:pt x="313" y="1397"/>
                      <a:pt x="699" y="1397"/>
                    </a:cubicBezTo>
                    <a:cubicBezTo>
                      <a:pt x="1084" y="1397"/>
                      <a:pt x="1396" y="1084"/>
                      <a:pt x="1396" y="698"/>
                    </a:cubicBezTo>
                    <a:cubicBezTo>
                      <a:pt x="1396" y="313"/>
                      <a:pt x="1084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9"/>
              <p:cNvSpPr/>
              <p:nvPr/>
            </p:nvSpPr>
            <p:spPr>
              <a:xfrm>
                <a:off x="8830652" y="3982845"/>
                <a:ext cx="61824" cy="61780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1396" extrusionOk="0">
                    <a:moveTo>
                      <a:pt x="699" y="0"/>
                    </a:moveTo>
                    <a:cubicBezTo>
                      <a:pt x="314" y="0"/>
                      <a:pt x="0" y="312"/>
                      <a:pt x="0" y="698"/>
                    </a:cubicBezTo>
                    <a:cubicBezTo>
                      <a:pt x="0" y="1083"/>
                      <a:pt x="314" y="1395"/>
                      <a:pt x="699" y="1395"/>
                    </a:cubicBezTo>
                    <a:cubicBezTo>
                      <a:pt x="1084" y="1395"/>
                      <a:pt x="1396" y="1083"/>
                      <a:pt x="1396" y="698"/>
                    </a:cubicBezTo>
                    <a:cubicBezTo>
                      <a:pt x="1396" y="312"/>
                      <a:pt x="1084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9"/>
              <p:cNvSpPr/>
              <p:nvPr/>
            </p:nvSpPr>
            <p:spPr>
              <a:xfrm>
                <a:off x="8731563" y="3883667"/>
                <a:ext cx="61780" cy="61868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1398" extrusionOk="0">
                    <a:moveTo>
                      <a:pt x="698" y="1"/>
                    </a:moveTo>
                    <a:cubicBezTo>
                      <a:pt x="312" y="1"/>
                      <a:pt x="0" y="314"/>
                      <a:pt x="0" y="700"/>
                    </a:cubicBezTo>
                    <a:cubicBezTo>
                      <a:pt x="0" y="1085"/>
                      <a:pt x="312" y="1397"/>
                      <a:pt x="698" y="1397"/>
                    </a:cubicBezTo>
                    <a:cubicBezTo>
                      <a:pt x="1083" y="1397"/>
                      <a:pt x="1395" y="1085"/>
                      <a:pt x="1395" y="700"/>
                    </a:cubicBezTo>
                    <a:cubicBezTo>
                      <a:pt x="1395" y="314"/>
                      <a:pt x="1083" y="1"/>
                      <a:pt x="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4" name="Google Shape;1764;p3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5" name="Google Shape;1765;p33"/>
          <p:cNvGrpSpPr/>
          <p:nvPr/>
        </p:nvGrpSpPr>
        <p:grpSpPr>
          <a:xfrm flipH="1">
            <a:off x="158650" y="196831"/>
            <a:ext cx="8822200" cy="4890858"/>
            <a:chOff x="158650" y="196831"/>
            <a:chExt cx="8822200" cy="4890858"/>
          </a:xfrm>
        </p:grpSpPr>
        <p:grpSp>
          <p:nvGrpSpPr>
            <p:cNvPr id="1766" name="Google Shape;1766;p33"/>
            <p:cNvGrpSpPr/>
            <p:nvPr/>
          </p:nvGrpSpPr>
          <p:grpSpPr>
            <a:xfrm>
              <a:off x="713225" y="268300"/>
              <a:ext cx="1344400" cy="271200"/>
              <a:chOff x="3686625" y="4603950"/>
              <a:chExt cx="1344400" cy="271200"/>
            </a:xfrm>
          </p:grpSpPr>
          <p:sp>
            <p:nvSpPr>
              <p:cNvPr id="1767" name="Google Shape;1767;p33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3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3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33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3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2" name="Google Shape;1772;p33"/>
            <p:cNvGrpSpPr/>
            <p:nvPr/>
          </p:nvGrpSpPr>
          <p:grpSpPr>
            <a:xfrm rot="10800000" flipH="1">
              <a:off x="158650" y="4066400"/>
              <a:ext cx="2222493" cy="1021289"/>
              <a:chOff x="100325" y="160761"/>
              <a:chExt cx="2222493" cy="1021289"/>
            </a:xfrm>
          </p:grpSpPr>
          <p:sp>
            <p:nvSpPr>
              <p:cNvPr id="1773" name="Google Shape;1773;p33"/>
              <p:cNvSpPr/>
              <p:nvPr/>
            </p:nvSpPr>
            <p:spPr>
              <a:xfrm>
                <a:off x="243516" y="7126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3"/>
              <p:cNvSpPr/>
              <p:nvPr/>
            </p:nvSpPr>
            <p:spPr>
              <a:xfrm>
                <a:off x="100325" y="569450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3"/>
              <p:cNvSpPr/>
              <p:nvPr/>
            </p:nvSpPr>
            <p:spPr>
              <a:xfrm>
                <a:off x="1905818" y="160761"/>
                <a:ext cx="417000" cy="4167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3"/>
              <p:cNvSpPr/>
              <p:nvPr/>
            </p:nvSpPr>
            <p:spPr>
              <a:xfrm rot="-5400000">
                <a:off x="1099099" y="-131715"/>
                <a:ext cx="326396" cy="1296862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14717" extrusionOk="0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7" name="Google Shape;1777;p33"/>
            <p:cNvGrpSpPr/>
            <p:nvPr/>
          </p:nvGrpSpPr>
          <p:grpSpPr>
            <a:xfrm rot="-5400000">
              <a:off x="6915358" y="1416516"/>
              <a:ext cx="3285167" cy="845798"/>
              <a:chOff x="5751733" y="4297691"/>
              <a:chExt cx="3285167" cy="845798"/>
            </a:xfrm>
          </p:grpSpPr>
          <p:sp>
            <p:nvSpPr>
              <p:cNvPr id="1778" name="Google Shape;1778;p33"/>
              <p:cNvSpPr/>
              <p:nvPr/>
            </p:nvSpPr>
            <p:spPr>
              <a:xfrm flipH="1">
                <a:off x="6071276" y="4605900"/>
                <a:ext cx="2358631" cy="394498"/>
              </a:xfrm>
              <a:custGeom>
                <a:avLst/>
                <a:gdLst/>
                <a:ahLst/>
                <a:cxnLst/>
                <a:rect l="l" t="t" r="r" b="b"/>
                <a:pathLst>
                  <a:path w="16657" h="2786" extrusionOk="0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3"/>
              <p:cNvSpPr/>
              <p:nvPr/>
            </p:nvSpPr>
            <p:spPr>
              <a:xfrm>
                <a:off x="8424000" y="4297691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3"/>
              <p:cNvSpPr/>
              <p:nvPr/>
            </p:nvSpPr>
            <p:spPr>
              <a:xfrm>
                <a:off x="5751733" y="48170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1" name="Google Shape;1781;p33"/>
            <p:cNvGrpSpPr/>
            <p:nvPr/>
          </p:nvGrpSpPr>
          <p:grpSpPr>
            <a:xfrm flipH="1">
              <a:off x="7541750" y="4351725"/>
              <a:ext cx="1439100" cy="504550"/>
              <a:chOff x="2539675" y="122850"/>
              <a:chExt cx="1439100" cy="504550"/>
            </a:xfrm>
          </p:grpSpPr>
          <p:sp>
            <p:nvSpPr>
              <p:cNvPr id="1782" name="Google Shape;1782;p33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3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84" name="Google Shape;1784;p33"/>
          <p:cNvGrpSpPr/>
          <p:nvPr/>
        </p:nvGrpSpPr>
        <p:grpSpPr>
          <a:xfrm flipH="1">
            <a:off x="-113379" y="147944"/>
            <a:ext cx="9219936" cy="5061256"/>
            <a:chOff x="76428" y="147944"/>
            <a:chExt cx="9219936" cy="5061256"/>
          </a:xfrm>
        </p:grpSpPr>
        <p:grpSp>
          <p:nvGrpSpPr>
            <p:cNvPr id="1785" name="Google Shape;1785;p33"/>
            <p:cNvGrpSpPr/>
            <p:nvPr/>
          </p:nvGrpSpPr>
          <p:grpSpPr>
            <a:xfrm>
              <a:off x="8036363" y="147944"/>
              <a:ext cx="1260001" cy="1682408"/>
              <a:chOff x="8036363" y="147944"/>
              <a:chExt cx="1260001" cy="1682408"/>
            </a:xfrm>
          </p:grpSpPr>
          <p:sp>
            <p:nvSpPr>
              <p:cNvPr id="1786" name="Google Shape;1786;p33"/>
              <p:cNvSpPr/>
              <p:nvPr/>
            </p:nvSpPr>
            <p:spPr>
              <a:xfrm rot="-5400000" flipH="1">
                <a:off x="8597834" y="-286011"/>
                <a:ext cx="188422" cy="1056333"/>
              </a:xfrm>
              <a:custGeom>
                <a:avLst/>
                <a:gdLst/>
                <a:ahLst/>
                <a:cxnLst/>
                <a:rect l="l" t="t" r="r" b="b"/>
                <a:pathLst>
                  <a:path w="3644" h="20429" extrusionOk="0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3"/>
              <p:cNvSpPr/>
              <p:nvPr/>
            </p:nvSpPr>
            <p:spPr>
              <a:xfrm rot="-5400000" flipH="1">
                <a:off x="8624066" y="225534"/>
                <a:ext cx="236820" cy="236769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79" extrusionOk="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3"/>
              <p:cNvSpPr/>
              <p:nvPr/>
            </p:nvSpPr>
            <p:spPr>
              <a:xfrm rot="-5400000" flipH="1">
                <a:off x="8200954" y="245416"/>
                <a:ext cx="53931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3"/>
              <p:cNvSpPr/>
              <p:nvPr/>
            </p:nvSpPr>
            <p:spPr>
              <a:xfrm rot="-5400000" flipH="1">
                <a:off x="8701992" y="303408"/>
                <a:ext cx="80974" cy="81026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3"/>
              <p:cNvSpPr/>
              <p:nvPr/>
            </p:nvSpPr>
            <p:spPr>
              <a:xfrm rot="-5400000" flipH="1">
                <a:off x="8386087" y="-13816"/>
                <a:ext cx="484344" cy="1183792"/>
              </a:xfrm>
              <a:custGeom>
                <a:avLst/>
                <a:gdLst/>
                <a:ahLst/>
                <a:cxnLst/>
                <a:rect l="l" t="t" r="r" b="b"/>
                <a:pathLst>
                  <a:path w="9367" h="22894" extrusionOk="0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3"/>
              <p:cNvSpPr/>
              <p:nvPr/>
            </p:nvSpPr>
            <p:spPr>
              <a:xfrm rot="-5400000" flipH="1">
                <a:off x="8073387" y="407060"/>
                <a:ext cx="53983" cy="53879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2" extrusionOk="0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3"/>
              <p:cNvSpPr/>
              <p:nvPr/>
            </p:nvSpPr>
            <p:spPr>
              <a:xfrm rot="-5400000" flipH="1">
                <a:off x="8627065" y="857681"/>
                <a:ext cx="128028" cy="1279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5" extrusionOk="0">
                    <a:moveTo>
                      <a:pt x="1237" y="0"/>
                    </a:moveTo>
                    <a:cubicBezTo>
                      <a:pt x="555" y="0"/>
                      <a:pt x="1" y="555"/>
                      <a:pt x="1" y="1238"/>
                    </a:cubicBezTo>
                    <a:cubicBezTo>
                      <a:pt x="1" y="1921"/>
                      <a:pt x="555" y="2474"/>
                      <a:pt x="1237" y="2474"/>
                    </a:cubicBezTo>
                    <a:cubicBezTo>
                      <a:pt x="1921" y="2474"/>
                      <a:pt x="2475" y="1921"/>
                      <a:pt x="2475" y="1238"/>
                    </a:cubicBezTo>
                    <a:cubicBezTo>
                      <a:pt x="2475" y="555"/>
                      <a:pt x="1921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3"/>
              <p:cNvSpPr/>
              <p:nvPr/>
            </p:nvSpPr>
            <p:spPr>
              <a:xfrm rot="-5400000" flipH="1">
                <a:off x="8664166" y="894679"/>
                <a:ext cx="53879" cy="53983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4" extrusionOk="0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3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3"/>
              <p:cNvSpPr/>
              <p:nvPr/>
            </p:nvSpPr>
            <p:spPr>
              <a:xfrm rot="-5400000" flipH="1">
                <a:off x="8904891" y="702457"/>
                <a:ext cx="92712" cy="537861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0402" extrusionOk="0">
                    <a:moveTo>
                      <a:pt x="1639" y="10402"/>
                    </a:moveTo>
                    <a:cubicBezTo>
                      <a:pt x="1554" y="10402"/>
                      <a:pt x="1485" y="10333"/>
                      <a:pt x="1485" y="10248"/>
                    </a:cubicBezTo>
                    <a:lnTo>
                      <a:pt x="1485" y="1703"/>
                    </a:lnTo>
                    <a:lnTo>
                      <a:pt x="61" y="279"/>
                    </a:lnTo>
                    <a:cubicBezTo>
                      <a:pt x="1" y="218"/>
                      <a:pt x="1" y="121"/>
                      <a:pt x="61" y="61"/>
                    </a:cubicBezTo>
                    <a:cubicBezTo>
                      <a:pt x="121" y="1"/>
                      <a:pt x="218" y="1"/>
                      <a:pt x="278" y="61"/>
                    </a:cubicBezTo>
                    <a:lnTo>
                      <a:pt x="1748" y="1531"/>
                    </a:lnTo>
                    <a:cubicBezTo>
                      <a:pt x="1776" y="1559"/>
                      <a:pt x="1793" y="1598"/>
                      <a:pt x="1793" y="1639"/>
                    </a:cubicBezTo>
                    <a:lnTo>
                      <a:pt x="1793" y="10248"/>
                    </a:lnTo>
                    <a:cubicBezTo>
                      <a:pt x="1793" y="10333"/>
                      <a:pt x="1724" y="10402"/>
                      <a:pt x="1639" y="10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3"/>
              <p:cNvSpPr/>
              <p:nvPr/>
            </p:nvSpPr>
            <p:spPr>
              <a:xfrm rot="-5400000" flipH="1">
                <a:off x="8561084" y="789644"/>
                <a:ext cx="553994" cy="916567"/>
              </a:xfrm>
              <a:custGeom>
                <a:avLst/>
                <a:gdLst/>
                <a:ahLst/>
                <a:cxnLst/>
                <a:rect l="l" t="t" r="r" b="b"/>
                <a:pathLst>
                  <a:path w="10714" h="17726" extrusionOk="0">
                    <a:moveTo>
                      <a:pt x="1237" y="0"/>
                    </a:moveTo>
                    <a:cubicBezTo>
                      <a:pt x="553" y="0"/>
                      <a:pt x="0" y="553"/>
                      <a:pt x="0" y="1237"/>
                    </a:cubicBezTo>
                    <a:cubicBezTo>
                      <a:pt x="0" y="1920"/>
                      <a:pt x="553" y="2474"/>
                      <a:pt x="1237" y="2474"/>
                    </a:cubicBezTo>
                    <a:cubicBezTo>
                      <a:pt x="1539" y="2474"/>
                      <a:pt x="1813" y="2362"/>
                      <a:pt x="2026" y="2182"/>
                    </a:cubicBezTo>
                    <a:lnTo>
                      <a:pt x="5616" y="5771"/>
                    </a:lnTo>
                    <a:lnTo>
                      <a:pt x="5616" y="12797"/>
                    </a:lnTo>
                    <a:cubicBezTo>
                      <a:pt x="5616" y="12839"/>
                      <a:pt x="5632" y="12878"/>
                      <a:pt x="5662" y="12906"/>
                    </a:cubicBezTo>
                    <a:cubicBezTo>
                      <a:pt x="5662" y="12906"/>
                      <a:pt x="10291" y="17537"/>
                      <a:pt x="10437" y="17681"/>
                    </a:cubicBezTo>
                    <a:cubicBezTo>
                      <a:pt x="10466" y="17711"/>
                      <a:pt x="10505" y="17726"/>
                      <a:pt x="10544" y="17726"/>
                    </a:cubicBezTo>
                    <a:cubicBezTo>
                      <a:pt x="10584" y="17726"/>
                      <a:pt x="10623" y="17710"/>
                      <a:pt x="10654" y="17681"/>
                    </a:cubicBezTo>
                    <a:cubicBezTo>
                      <a:pt x="10713" y="17620"/>
                      <a:pt x="10713" y="17524"/>
                      <a:pt x="10653" y="17463"/>
                    </a:cubicBezTo>
                    <a:lnTo>
                      <a:pt x="10654" y="17463"/>
                    </a:lnTo>
                    <a:cubicBezTo>
                      <a:pt x="10517" y="17327"/>
                      <a:pt x="6402" y="13211"/>
                      <a:pt x="5924" y="12733"/>
                    </a:cubicBezTo>
                    <a:lnTo>
                      <a:pt x="5924" y="5708"/>
                    </a:lnTo>
                    <a:cubicBezTo>
                      <a:pt x="5924" y="5667"/>
                      <a:pt x="5908" y="5627"/>
                      <a:pt x="5879" y="5599"/>
                    </a:cubicBezTo>
                    <a:lnTo>
                      <a:pt x="2238" y="1959"/>
                    </a:lnTo>
                    <a:cubicBezTo>
                      <a:pt x="2386" y="1754"/>
                      <a:pt x="2475" y="1507"/>
                      <a:pt x="2475" y="1237"/>
                    </a:cubicBezTo>
                    <a:cubicBezTo>
                      <a:pt x="2475" y="553"/>
                      <a:pt x="1920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3"/>
              <p:cNvSpPr/>
              <p:nvPr/>
            </p:nvSpPr>
            <p:spPr>
              <a:xfrm rot="-5400000" flipH="1">
                <a:off x="8416769" y="1007954"/>
                <a:ext cx="53931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1" y="0"/>
                    </a:moveTo>
                    <a:cubicBezTo>
                      <a:pt x="234" y="0"/>
                      <a:pt x="1" y="234"/>
                      <a:pt x="1" y="522"/>
                    </a:cubicBezTo>
                    <a:cubicBezTo>
                      <a:pt x="1" y="809"/>
                      <a:pt x="234" y="1043"/>
                      <a:pt x="521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3"/>
              <p:cNvSpPr/>
              <p:nvPr/>
            </p:nvSpPr>
            <p:spPr>
              <a:xfrm rot="-5400000" flipH="1">
                <a:off x="8556514" y="1141804"/>
                <a:ext cx="236820" cy="236872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81" extrusionOk="0">
                    <a:moveTo>
                      <a:pt x="2290" y="156"/>
                    </a:moveTo>
                    <a:cubicBezTo>
                      <a:pt x="3468" y="156"/>
                      <a:pt x="4426" y="1113"/>
                      <a:pt x="4426" y="2291"/>
                    </a:cubicBezTo>
                    <a:cubicBezTo>
                      <a:pt x="4426" y="3468"/>
                      <a:pt x="3468" y="4427"/>
                      <a:pt x="2290" y="4427"/>
                    </a:cubicBezTo>
                    <a:cubicBezTo>
                      <a:pt x="1113" y="4427"/>
                      <a:pt x="154" y="3468"/>
                      <a:pt x="154" y="2291"/>
                    </a:cubicBezTo>
                    <a:cubicBezTo>
                      <a:pt x="154" y="1113"/>
                      <a:pt x="1113" y="156"/>
                      <a:pt x="2290" y="156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91"/>
                    </a:cubicBezTo>
                    <a:cubicBezTo>
                      <a:pt x="1" y="3553"/>
                      <a:pt x="1028" y="4580"/>
                      <a:pt x="2290" y="4580"/>
                    </a:cubicBezTo>
                    <a:cubicBezTo>
                      <a:pt x="3553" y="4580"/>
                      <a:pt x="4579" y="3553"/>
                      <a:pt x="4579" y="2291"/>
                    </a:cubicBezTo>
                    <a:cubicBezTo>
                      <a:pt x="4579" y="1028"/>
                      <a:pt x="3553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3"/>
              <p:cNvSpPr/>
              <p:nvPr/>
            </p:nvSpPr>
            <p:spPr>
              <a:xfrm rot="-5400000" flipH="1">
                <a:off x="8634414" y="1219756"/>
                <a:ext cx="81026" cy="81026"/>
              </a:xfrm>
              <a:custGeom>
                <a:avLst/>
                <a:gdLst/>
                <a:ahLst/>
                <a:cxnLst/>
                <a:rect l="l" t="t" r="r" b="b"/>
                <a:pathLst>
                  <a:path w="1567" h="1567" extrusionOk="0">
                    <a:moveTo>
                      <a:pt x="783" y="1"/>
                    </a:moveTo>
                    <a:cubicBezTo>
                      <a:pt x="351" y="1"/>
                      <a:pt x="1" y="351"/>
                      <a:pt x="1" y="784"/>
                    </a:cubicBezTo>
                    <a:cubicBezTo>
                      <a:pt x="1" y="1216"/>
                      <a:pt x="351" y="1566"/>
                      <a:pt x="783" y="1566"/>
                    </a:cubicBezTo>
                    <a:cubicBezTo>
                      <a:pt x="1216" y="1566"/>
                      <a:pt x="1566" y="1216"/>
                      <a:pt x="1566" y="784"/>
                    </a:cubicBezTo>
                    <a:cubicBezTo>
                      <a:pt x="1566" y="351"/>
                      <a:pt x="1216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33"/>
              <p:cNvSpPr/>
              <p:nvPr/>
            </p:nvSpPr>
            <p:spPr>
              <a:xfrm rot="-5400000" flipH="1">
                <a:off x="8796336" y="1534788"/>
                <a:ext cx="236820" cy="236820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80" extrusionOk="0">
                    <a:moveTo>
                      <a:pt x="2291" y="154"/>
                    </a:moveTo>
                    <a:cubicBezTo>
                      <a:pt x="3468" y="154"/>
                      <a:pt x="4426" y="1113"/>
                      <a:pt x="4426" y="2290"/>
                    </a:cubicBezTo>
                    <a:cubicBezTo>
                      <a:pt x="4426" y="3468"/>
                      <a:pt x="3468" y="4427"/>
                      <a:pt x="2291" y="4427"/>
                    </a:cubicBezTo>
                    <a:cubicBezTo>
                      <a:pt x="1113" y="4427"/>
                      <a:pt x="155" y="3468"/>
                      <a:pt x="155" y="2290"/>
                    </a:cubicBezTo>
                    <a:cubicBezTo>
                      <a:pt x="155" y="1113"/>
                      <a:pt x="1113" y="154"/>
                      <a:pt x="2291" y="154"/>
                    </a:cubicBezTo>
                    <a:close/>
                    <a:moveTo>
                      <a:pt x="2291" y="1"/>
                    </a:moveTo>
                    <a:cubicBezTo>
                      <a:pt x="1028" y="1"/>
                      <a:pt x="1" y="1028"/>
                      <a:pt x="1" y="2290"/>
                    </a:cubicBezTo>
                    <a:cubicBezTo>
                      <a:pt x="1" y="3553"/>
                      <a:pt x="1028" y="4579"/>
                      <a:pt x="2291" y="4579"/>
                    </a:cubicBezTo>
                    <a:cubicBezTo>
                      <a:pt x="3553" y="4579"/>
                      <a:pt x="4579" y="3553"/>
                      <a:pt x="4579" y="2290"/>
                    </a:cubicBezTo>
                    <a:cubicBezTo>
                      <a:pt x="4579" y="1028"/>
                      <a:pt x="3553" y="1"/>
                      <a:pt x="22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33"/>
              <p:cNvSpPr/>
              <p:nvPr/>
            </p:nvSpPr>
            <p:spPr>
              <a:xfrm rot="-5400000" flipH="1">
                <a:off x="8874287" y="1612740"/>
                <a:ext cx="80974" cy="81026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6"/>
                      <a:pt x="350" y="1566"/>
                      <a:pt x="783" y="1566"/>
                    </a:cubicBezTo>
                    <a:cubicBezTo>
                      <a:pt x="1215" y="1566"/>
                      <a:pt x="1565" y="1216"/>
                      <a:pt x="1565" y="783"/>
                    </a:cubicBezTo>
                    <a:cubicBezTo>
                      <a:pt x="1565" y="351"/>
                      <a:pt x="1215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33"/>
              <p:cNvSpPr/>
              <p:nvPr/>
            </p:nvSpPr>
            <p:spPr>
              <a:xfrm rot="-5400000" flipH="1">
                <a:off x="8783632" y="1393812"/>
                <a:ext cx="185061" cy="68802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13306" extrusionOk="0">
                    <a:moveTo>
                      <a:pt x="2341" y="0"/>
                    </a:moveTo>
                    <a:cubicBezTo>
                      <a:pt x="1657" y="0"/>
                      <a:pt x="1104" y="555"/>
                      <a:pt x="1104" y="1237"/>
                    </a:cubicBezTo>
                    <a:cubicBezTo>
                      <a:pt x="1104" y="1875"/>
                      <a:pt x="1588" y="2393"/>
                      <a:pt x="2206" y="2462"/>
                    </a:cubicBezTo>
                    <a:lnTo>
                      <a:pt x="2206" y="5094"/>
                    </a:lnTo>
                    <a:lnTo>
                      <a:pt x="45" y="7256"/>
                    </a:lnTo>
                    <a:cubicBezTo>
                      <a:pt x="17" y="7285"/>
                      <a:pt x="0" y="7324"/>
                      <a:pt x="0" y="7365"/>
                    </a:cubicBezTo>
                    <a:lnTo>
                      <a:pt x="0" y="13152"/>
                    </a:lnTo>
                    <a:cubicBezTo>
                      <a:pt x="0" y="13237"/>
                      <a:pt x="69" y="13306"/>
                      <a:pt x="154" y="13306"/>
                    </a:cubicBezTo>
                    <a:cubicBezTo>
                      <a:pt x="239" y="13306"/>
                      <a:pt x="307" y="13237"/>
                      <a:pt x="307" y="13152"/>
                    </a:cubicBezTo>
                    <a:lnTo>
                      <a:pt x="307" y="7429"/>
                    </a:lnTo>
                    <a:lnTo>
                      <a:pt x="2468" y="5267"/>
                    </a:lnTo>
                    <a:cubicBezTo>
                      <a:pt x="2498" y="5238"/>
                      <a:pt x="2513" y="5199"/>
                      <a:pt x="2513" y="5158"/>
                    </a:cubicBezTo>
                    <a:lnTo>
                      <a:pt x="2513" y="2457"/>
                    </a:lnTo>
                    <a:cubicBezTo>
                      <a:pt x="3115" y="2373"/>
                      <a:pt x="3578" y="1862"/>
                      <a:pt x="3578" y="1238"/>
                    </a:cubicBezTo>
                    <a:lnTo>
                      <a:pt x="3578" y="1237"/>
                    </a:lnTo>
                    <a:cubicBezTo>
                      <a:pt x="3578" y="555"/>
                      <a:pt x="3024" y="0"/>
                      <a:pt x="2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33"/>
              <p:cNvSpPr/>
              <p:nvPr/>
            </p:nvSpPr>
            <p:spPr>
              <a:xfrm rot="-5400000" flipH="1">
                <a:off x="8569151" y="1739376"/>
                <a:ext cx="53983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3" extrusionOk="0">
                    <a:moveTo>
                      <a:pt x="522" y="1"/>
                    </a:moveTo>
                    <a:cubicBezTo>
                      <a:pt x="234" y="1"/>
                      <a:pt x="0" y="233"/>
                      <a:pt x="0" y="521"/>
                    </a:cubicBezTo>
                    <a:cubicBezTo>
                      <a:pt x="0" y="809"/>
                      <a:pt x="234" y="1042"/>
                      <a:pt x="522" y="1042"/>
                    </a:cubicBezTo>
                    <a:cubicBezTo>
                      <a:pt x="810" y="1042"/>
                      <a:pt x="1043" y="809"/>
                      <a:pt x="1043" y="521"/>
                    </a:cubicBezTo>
                    <a:cubicBezTo>
                      <a:pt x="1043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03" name="Google Shape;1803;p33"/>
            <p:cNvGrpSpPr/>
            <p:nvPr/>
          </p:nvGrpSpPr>
          <p:grpSpPr>
            <a:xfrm>
              <a:off x="76428" y="3878198"/>
              <a:ext cx="947059" cy="1331003"/>
              <a:chOff x="5463078" y="3878198"/>
              <a:chExt cx="947059" cy="1331003"/>
            </a:xfrm>
          </p:grpSpPr>
          <p:sp>
            <p:nvSpPr>
              <p:cNvPr id="1804" name="Google Shape;1804;p33"/>
              <p:cNvSpPr/>
              <p:nvPr/>
            </p:nvSpPr>
            <p:spPr>
              <a:xfrm>
                <a:off x="5925793" y="4025353"/>
                <a:ext cx="484344" cy="1183792"/>
              </a:xfrm>
              <a:custGeom>
                <a:avLst/>
                <a:gdLst/>
                <a:ahLst/>
                <a:cxnLst/>
                <a:rect l="l" t="t" r="r" b="b"/>
                <a:pathLst>
                  <a:path w="9367" h="22894" extrusionOk="0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33"/>
              <p:cNvSpPr/>
              <p:nvPr/>
            </p:nvSpPr>
            <p:spPr>
              <a:xfrm>
                <a:off x="5996893" y="4062429"/>
                <a:ext cx="53983" cy="53879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2" extrusionOk="0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06" name="Google Shape;1806;p33"/>
              <p:cNvGrpSpPr/>
              <p:nvPr/>
            </p:nvGrpSpPr>
            <p:grpSpPr>
              <a:xfrm>
                <a:off x="5463078" y="3878198"/>
                <a:ext cx="274737" cy="274677"/>
                <a:chOff x="1111176" y="-150810"/>
                <a:chExt cx="231748" cy="231697"/>
              </a:xfrm>
            </p:grpSpPr>
            <p:sp>
              <p:nvSpPr>
                <p:cNvPr id="1807" name="Google Shape;1807;p33"/>
                <p:cNvSpPr/>
                <p:nvPr/>
              </p:nvSpPr>
              <p:spPr>
                <a:xfrm rot="-5400000">
                  <a:off x="1187406" y="-74582"/>
                  <a:ext cx="79240" cy="7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6" h="1567" extrusionOk="0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8" name="Google Shape;1808;p33"/>
                <p:cNvSpPr/>
                <p:nvPr/>
              </p:nvSpPr>
              <p:spPr>
                <a:xfrm rot="-5400000">
                  <a:off x="1111201" y="-150836"/>
                  <a:ext cx="231697" cy="231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9" h="4580" extrusionOk="0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09" name="Google Shape;1809;p33"/>
              <p:cNvSpPr/>
              <p:nvPr/>
            </p:nvSpPr>
            <p:spPr>
              <a:xfrm>
                <a:off x="5737830" y="4152868"/>
                <a:ext cx="188422" cy="1056333"/>
              </a:xfrm>
              <a:custGeom>
                <a:avLst/>
                <a:gdLst/>
                <a:ahLst/>
                <a:cxnLst/>
                <a:rect l="l" t="t" r="r" b="b"/>
                <a:pathLst>
                  <a:path w="3644" h="20429" extrusionOk="0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33"/>
              <p:cNvSpPr/>
              <p:nvPr/>
            </p:nvSpPr>
            <p:spPr>
              <a:xfrm>
                <a:off x="5835302" y="4189944"/>
                <a:ext cx="53931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33"/>
              <p:cNvSpPr/>
              <p:nvPr/>
            </p:nvSpPr>
            <p:spPr>
              <a:xfrm>
                <a:off x="5576031" y="4457126"/>
                <a:ext cx="138369" cy="752034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4544" extrusionOk="0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33"/>
              <p:cNvSpPr/>
              <p:nvPr/>
            </p:nvSpPr>
            <p:spPr>
              <a:xfrm>
                <a:off x="5623397" y="4494150"/>
                <a:ext cx="53983" cy="53983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4" extrusionOk="0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33"/>
              <p:cNvSpPr/>
              <p:nvPr/>
            </p:nvSpPr>
            <p:spPr>
              <a:xfrm>
                <a:off x="5815394" y="4613081"/>
                <a:ext cx="236820" cy="236769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79" extrusionOk="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33"/>
              <p:cNvSpPr/>
              <p:nvPr/>
            </p:nvSpPr>
            <p:spPr>
              <a:xfrm>
                <a:off x="5893320" y="4690956"/>
                <a:ext cx="80974" cy="81026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15" name="Google Shape;1815;p33"/>
          <p:cNvGrpSpPr/>
          <p:nvPr/>
        </p:nvGrpSpPr>
        <p:grpSpPr>
          <a:xfrm>
            <a:off x="488002" y="593782"/>
            <a:ext cx="8366378" cy="4301138"/>
            <a:chOff x="488002" y="593782"/>
            <a:chExt cx="8366378" cy="4301138"/>
          </a:xfrm>
        </p:grpSpPr>
        <p:grpSp>
          <p:nvGrpSpPr>
            <p:cNvPr id="1816" name="Google Shape;1816;p33"/>
            <p:cNvGrpSpPr/>
            <p:nvPr/>
          </p:nvGrpSpPr>
          <p:grpSpPr>
            <a:xfrm flipH="1">
              <a:off x="488002" y="593782"/>
              <a:ext cx="327473" cy="1061849"/>
              <a:chOff x="8367510" y="593782"/>
              <a:chExt cx="327473" cy="1061849"/>
            </a:xfrm>
          </p:grpSpPr>
          <p:sp>
            <p:nvSpPr>
              <p:cNvPr id="1817" name="Google Shape;1817;p33"/>
              <p:cNvSpPr/>
              <p:nvPr/>
            </p:nvSpPr>
            <p:spPr>
              <a:xfrm rot="-5400000" flipH="1">
                <a:off x="8367510" y="593782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33"/>
              <p:cNvSpPr/>
              <p:nvPr/>
            </p:nvSpPr>
            <p:spPr>
              <a:xfrm rot="-5400000" flipH="1">
                <a:off x="8457484" y="683756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33"/>
              <p:cNvSpPr/>
              <p:nvPr/>
            </p:nvSpPr>
            <p:spPr>
              <a:xfrm rot="-5400000" flipH="1">
                <a:off x="8545028" y="771248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33"/>
              <p:cNvSpPr/>
              <p:nvPr/>
            </p:nvSpPr>
            <p:spPr>
              <a:xfrm rot="-5400000" flipH="1">
                <a:off x="8461362" y="1422010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0"/>
                    </a:moveTo>
                    <a:cubicBezTo>
                      <a:pt x="243" y="0"/>
                      <a:pt x="1" y="243"/>
                      <a:pt x="1" y="543"/>
                    </a:cubicBezTo>
                    <a:cubicBezTo>
                      <a:pt x="1" y="842"/>
                      <a:pt x="243" y="1084"/>
                      <a:pt x="543" y="1084"/>
                    </a:cubicBezTo>
                    <a:cubicBezTo>
                      <a:pt x="842" y="1084"/>
                      <a:pt x="1085" y="842"/>
                      <a:pt x="1085" y="543"/>
                    </a:cubicBezTo>
                    <a:cubicBezTo>
                      <a:pt x="1085" y="243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33"/>
              <p:cNvSpPr/>
              <p:nvPr/>
            </p:nvSpPr>
            <p:spPr>
              <a:xfrm rot="-5400000" flipH="1">
                <a:off x="8551337" y="1511984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3" y="1084"/>
                      <a:pt x="1085" y="842"/>
                      <a:pt x="1085" y="542"/>
                    </a:cubicBezTo>
                    <a:cubicBezTo>
                      <a:pt x="1085" y="243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33"/>
              <p:cNvSpPr/>
              <p:nvPr/>
            </p:nvSpPr>
            <p:spPr>
              <a:xfrm rot="-5400000" flipH="1">
                <a:off x="8638881" y="1599528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1" y="1084"/>
                      <a:pt x="1085" y="842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23" name="Google Shape;1823;p33"/>
            <p:cNvGrpSpPr/>
            <p:nvPr/>
          </p:nvGrpSpPr>
          <p:grpSpPr>
            <a:xfrm flipH="1">
              <a:off x="8152399" y="4661300"/>
              <a:ext cx="233569" cy="233621"/>
              <a:chOff x="6183667" y="4661300"/>
              <a:chExt cx="233569" cy="233621"/>
            </a:xfrm>
          </p:grpSpPr>
          <p:sp>
            <p:nvSpPr>
              <p:cNvPr id="1824" name="Google Shape;1824;p33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33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33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27" name="Google Shape;1827;p33"/>
            <p:cNvGrpSpPr/>
            <p:nvPr/>
          </p:nvGrpSpPr>
          <p:grpSpPr>
            <a:xfrm flipH="1">
              <a:off x="8620811" y="3644575"/>
              <a:ext cx="233569" cy="233621"/>
              <a:chOff x="6183667" y="4661300"/>
              <a:chExt cx="233569" cy="233621"/>
            </a:xfrm>
          </p:grpSpPr>
          <p:sp>
            <p:nvSpPr>
              <p:cNvPr id="1828" name="Google Shape;1828;p33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33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33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" name="Google Shape;1832;p3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3" name="Google Shape;1833;p34"/>
          <p:cNvGrpSpPr/>
          <p:nvPr/>
        </p:nvGrpSpPr>
        <p:grpSpPr>
          <a:xfrm>
            <a:off x="158650" y="116591"/>
            <a:ext cx="8822200" cy="4935749"/>
            <a:chOff x="158650" y="116591"/>
            <a:chExt cx="8822200" cy="4935749"/>
          </a:xfrm>
        </p:grpSpPr>
        <p:grpSp>
          <p:nvGrpSpPr>
            <p:cNvPr id="1834" name="Google Shape;1834;p34"/>
            <p:cNvGrpSpPr/>
            <p:nvPr/>
          </p:nvGrpSpPr>
          <p:grpSpPr>
            <a:xfrm>
              <a:off x="713225" y="268300"/>
              <a:ext cx="1344400" cy="271200"/>
              <a:chOff x="3686625" y="4603950"/>
              <a:chExt cx="1344400" cy="271200"/>
            </a:xfrm>
          </p:grpSpPr>
          <p:sp>
            <p:nvSpPr>
              <p:cNvPr id="1835" name="Google Shape;1835;p34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34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34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34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34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0" name="Google Shape;1840;p34"/>
            <p:cNvGrpSpPr/>
            <p:nvPr/>
          </p:nvGrpSpPr>
          <p:grpSpPr>
            <a:xfrm rot="10800000" flipH="1">
              <a:off x="158650" y="4066400"/>
              <a:ext cx="2268450" cy="985940"/>
              <a:chOff x="100325" y="196110"/>
              <a:chExt cx="2268450" cy="985940"/>
            </a:xfrm>
          </p:grpSpPr>
          <p:sp>
            <p:nvSpPr>
              <p:cNvPr id="1841" name="Google Shape;1841;p34"/>
              <p:cNvSpPr/>
              <p:nvPr/>
            </p:nvSpPr>
            <p:spPr>
              <a:xfrm>
                <a:off x="243516" y="7126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34"/>
              <p:cNvSpPr/>
              <p:nvPr/>
            </p:nvSpPr>
            <p:spPr>
              <a:xfrm>
                <a:off x="100325" y="569450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34"/>
              <p:cNvSpPr/>
              <p:nvPr/>
            </p:nvSpPr>
            <p:spPr>
              <a:xfrm>
                <a:off x="1951775" y="196110"/>
                <a:ext cx="417000" cy="4167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34"/>
              <p:cNvSpPr/>
              <p:nvPr/>
            </p:nvSpPr>
            <p:spPr>
              <a:xfrm rot="-5400000">
                <a:off x="1140145" y="-98990"/>
                <a:ext cx="326396" cy="1296862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14717" extrusionOk="0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5" name="Google Shape;1845;p34"/>
            <p:cNvGrpSpPr/>
            <p:nvPr/>
          </p:nvGrpSpPr>
          <p:grpSpPr>
            <a:xfrm>
              <a:off x="5688834" y="116591"/>
              <a:ext cx="3292016" cy="834014"/>
              <a:chOff x="5744884" y="4297691"/>
              <a:chExt cx="3292016" cy="834014"/>
            </a:xfrm>
          </p:grpSpPr>
          <p:sp>
            <p:nvSpPr>
              <p:cNvPr id="1846" name="Google Shape;1846;p34"/>
              <p:cNvSpPr/>
              <p:nvPr/>
            </p:nvSpPr>
            <p:spPr>
              <a:xfrm flipH="1">
                <a:off x="6071264" y="4604000"/>
                <a:ext cx="2358631" cy="394498"/>
              </a:xfrm>
              <a:custGeom>
                <a:avLst/>
                <a:gdLst/>
                <a:ahLst/>
                <a:cxnLst/>
                <a:rect l="l" t="t" r="r" b="b"/>
                <a:pathLst>
                  <a:path w="16657" h="2786" extrusionOk="0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34"/>
              <p:cNvSpPr/>
              <p:nvPr/>
            </p:nvSpPr>
            <p:spPr>
              <a:xfrm>
                <a:off x="8424000" y="4297691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4"/>
              <p:cNvSpPr/>
              <p:nvPr/>
            </p:nvSpPr>
            <p:spPr>
              <a:xfrm>
                <a:off x="5744884" y="4805305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9" name="Google Shape;1849;p34"/>
            <p:cNvGrpSpPr/>
            <p:nvPr/>
          </p:nvGrpSpPr>
          <p:grpSpPr>
            <a:xfrm rot="-5400000">
              <a:off x="7963500" y="4015075"/>
              <a:ext cx="1439100" cy="504550"/>
              <a:chOff x="2539675" y="122850"/>
              <a:chExt cx="1439100" cy="504550"/>
            </a:xfrm>
          </p:grpSpPr>
          <p:sp>
            <p:nvSpPr>
              <p:cNvPr id="1850" name="Google Shape;1850;p34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34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52" name="Google Shape;1852;p34"/>
          <p:cNvGrpSpPr/>
          <p:nvPr/>
        </p:nvGrpSpPr>
        <p:grpSpPr>
          <a:xfrm>
            <a:off x="107271" y="-51901"/>
            <a:ext cx="8958929" cy="5195381"/>
            <a:chOff x="107271" y="-51901"/>
            <a:chExt cx="8958929" cy="5195381"/>
          </a:xfrm>
        </p:grpSpPr>
        <p:grpSp>
          <p:nvGrpSpPr>
            <p:cNvPr id="1853" name="Google Shape;1853;p34"/>
            <p:cNvGrpSpPr/>
            <p:nvPr/>
          </p:nvGrpSpPr>
          <p:grpSpPr>
            <a:xfrm>
              <a:off x="8555518" y="-51901"/>
              <a:ext cx="510681" cy="1614501"/>
              <a:chOff x="8555518" y="-51901"/>
              <a:chExt cx="510681" cy="1614501"/>
            </a:xfrm>
          </p:grpSpPr>
          <p:sp>
            <p:nvSpPr>
              <p:cNvPr id="1854" name="Google Shape;1854;p34"/>
              <p:cNvSpPr/>
              <p:nvPr/>
            </p:nvSpPr>
            <p:spPr>
              <a:xfrm rot="5400000">
                <a:off x="8470563" y="373037"/>
                <a:ext cx="1020574" cy="170698"/>
              </a:xfrm>
              <a:custGeom>
                <a:avLst/>
                <a:gdLst/>
                <a:ahLst/>
                <a:cxnLst/>
                <a:rect l="l" t="t" r="r" b="b"/>
                <a:pathLst>
                  <a:path w="16657" h="2786" extrusionOk="0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34"/>
              <p:cNvSpPr/>
              <p:nvPr/>
            </p:nvSpPr>
            <p:spPr>
              <a:xfrm rot="5400000">
                <a:off x="7989565" y="577158"/>
                <a:ext cx="1499216" cy="241097"/>
              </a:xfrm>
              <a:custGeom>
                <a:avLst/>
                <a:gdLst/>
                <a:ahLst/>
                <a:cxnLst/>
                <a:rect l="l" t="t" r="r" b="b"/>
                <a:pathLst>
                  <a:path w="24469" h="3935" extrusionOk="0">
                    <a:moveTo>
                      <a:pt x="20637" y="1"/>
                    </a:moveTo>
                    <a:cubicBezTo>
                      <a:pt x="20596" y="1"/>
                      <a:pt x="20557" y="17"/>
                      <a:pt x="20529" y="47"/>
                    </a:cubicBezTo>
                    <a:lnTo>
                      <a:pt x="16947" y="3627"/>
                    </a:lnTo>
                    <a:lnTo>
                      <a:pt x="6092" y="3627"/>
                    </a:lnTo>
                    <a:lnTo>
                      <a:pt x="4400" y="1936"/>
                    </a:lnTo>
                    <a:cubicBezTo>
                      <a:pt x="4372" y="1907"/>
                      <a:pt x="4332" y="1891"/>
                      <a:pt x="4291" y="1891"/>
                    </a:cubicBezTo>
                    <a:lnTo>
                      <a:pt x="154" y="1891"/>
                    </a:lnTo>
                    <a:cubicBezTo>
                      <a:pt x="69" y="1891"/>
                      <a:pt x="0" y="1959"/>
                      <a:pt x="0" y="2045"/>
                    </a:cubicBezTo>
                    <a:cubicBezTo>
                      <a:pt x="0" y="2130"/>
                      <a:pt x="69" y="2198"/>
                      <a:pt x="154" y="2198"/>
                    </a:cubicBezTo>
                    <a:lnTo>
                      <a:pt x="4227" y="2198"/>
                    </a:lnTo>
                    <a:lnTo>
                      <a:pt x="5919" y="3890"/>
                    </a:lnTo>
                    <a:cubicBezTo>
                      <a:pt x="5949" y="3918"/>
                      <a:pt x="5988" y="3935"/>
                      <a:pt x="6028" y="3935"/>
                    </a:cubicBezTo>
                    <a:lnTo>
                      <a:pt x="17010" y="3935"/>
                    </a:lnTo>
                    <a:cubicBezTo>
                      <a:pt x="17051" y="3935"/>
                      <a:pt x="17090" y="3918"/>
                      <a:pt x="17119" y="3890"/>
                    </a:cubicBezTo>
                    <a:lnTo>
                      <a:pt x="20701" y="308"/>
                    </a:lnTo>
                    <a:lnTo>
                      <a:pt x="24315" y="308"/>
                    </a:lnTo>
                    <a:cubicBezTo>
                      <a:pt x="24400" y="308"/>
                      <a:pt x="24469" y="239"/>
                      <a:pt x="24469" y="154"/>
                    </a:cubicBezTo>
                    <a:cubicBezTo>
                      <a:pt x="24469" y="70"/>
                      <a:pt x="24400" y="1"/>
                      <a:pt x="243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34"/>
              <p:cNvSpPr/>
              <p:nvPr/>
            </p:nvSpPr>
            <p:spPr>
              <a:xfrm rot="5400000">
                <a:off x="8856964" y="387949"/>
                <a:ext cx="95949" cy="95949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6" extrusionOk="0">
                    <a:moveTo>
                      <a:pt x="783" y="0"/>
                    </a:moveTo>
                    <a:cubicBezTo>
                      <a:pt x="350" y="0"/>
                      <a:pt x="0" y="350"/>
                      <a:pt x="0" y="783"/>
                    </a:cubicBezTo>
                    <a:cubicBezTo>
                      <a:pt x="0" y="1215"/>
                      <a:pt x="350" y="1565"/>
                      <a:pt x="783" y="1565"/>
                    </a:cubicBezTo>
                    <a:cubicBezTo>
                      <a:pt x="1216" y="1565"/>
                      <a:pt x="1566" y="1215"/>
                      <a:pt x="1566" y="783"/>
                    </a:cubicBezTo>
                    <a:cubicBezTo>
                      <a:pt x="1566" y="350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34"/>
              <p:cNvSpPr/>
              <p:nvPr/>
            </p:nvSpPr>
            <p:spPr>
              <a:xfrm rot="5400000">
                <a:off x="8764659" y="295647"/>
                <a:ext cx="280555" cy="280617"/>
              </a:xfrm>
              <a:custGeom>
                <a:avLst/>
                <a:gdLst/>
                <a:ahLst/>
                <a:cxnLst/>
                <a:rect l="l" t="t" r="r" b="b"/>
                <a:pathLst>
                  <a:path w="4579" h="4580" extrusionOk="0">
                    <a:moveTo>
                      <a:pt x="2289" y="155"/>
                    </a:moveTo>
                    <a:cubicBezTo>
                      <a:pt x="3466" y="155"/>
                      <a:pt x="4425" y="1112"/>
                      <a:pt x="4425" y="2290"/>
                    </a:cubicBezTo>
                    <a:cubicBezTo>
                      <a:pt x="4425" y="3467"/>
                      <a:pt x="3466" y="4426"/>
                      <a:pt x="2289" y="4426"/>
                    </a:cubicBezTo>
                    <a:cubicBezTo>
                      <a:pt x="1112" y="4426"/>
                      <a:pt x="154" y="3467"/>
                      <a:pt x="154" y="2290"/>
                    </a:cubicBezTo>
                    <a:cubicBezTo>
                      <a:pt x="154" y="1112"/>
                      <a:pt x="1112" y="155"/>
                      <a:pt x="2289" y="155"/>
                    </a:cubicBezTo>
                    <a:close/>
                    <a:moveTo>
                      <a:pt x="2289" y="1"/>
                    </a:moveTo>
                    <a:cubicBezTo>
                      <a:pt x="1026" y="1"/>
                      <a:pt x="0" y="1028"/>
                      <a:pt x="0" y="2290"/>
                    </a:cubicBezTo>
                    <a:cubicBezTo>
                      <a:pt x="0" y="3552"/>
                      <a:pt x="1026" y="4580"/>
                      <a:pt x="2289" y="4580"/>
                    </a:cubicBezTo>
                    <a:cubicBezTo>
                      <a:pt x="3552" y="4580"/>
                      <a:pt x="4579" y="3552"/>
                      <a:pt x="4579" y="2290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34"/>
              <p:cNvSpPr/>
              <p:nvPr/>
            </p:nvSpPr>
            <p:spPr>
              <a:xfrm rot="5400000">
                <a:off x="8802250" y="1171640"/>
                <a:ext cx="96010" cy="96010"/>
              </a:xfrm>
              <a:custGeom>
                <a:avLst/>
                <a:gdLst/>
                <a:ahLst/>
                <a:cxnLst/>
                <a:rect l="l" t="t" r="r" b="b"/>
                <a:pathLst>
                  <a:path w="1567" h="1567" extrusionOk="0">
                    <a:moveTo>
                      <a:pt x="784" y="1"/>
                    </a:moveTo>
                    <a:cubicBezTo>
                      <a:pt x="352" y="1"/>
                      <a:pt x="1" y="352"/>
                      <a:pt x="1" y="783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3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34"/>
              <p:cNvSpPr/>
              <p:nvPr/>
            </p:nvSpPr>
            <p:spPr>
              <a:xfrm rot="5400000">
                <a:off x="8709915" y="1079369"/>
                <a:ext cx="280617" cy="280617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80" extrusionOk="0">
                    <a:moveTo>
                      <a:pt x="2290" y="154"/>
                    </a:moveTo>
                    <a:cubicBezTo>
                      <a:pt x="3468" y="154"/>
                      <a:pt x="4425" y="1112"/>
                      <a:pt x="4425" y="2289"/>
                    </a:cubicBezTo>
                    <a:cubicBezTo>
                      <a:pt x="4425" y="3468"/>
                      <a:pt x="3468" y="4425"/>
                      <a:pt x="2290" y="4425"/>
                    </a:cubicBezTo>
                    <a:cubicBezTo>
                      <a:pt x="1113" y="4425"/>
                      <a:pt x="154" y="3468"/>
                      <a:pt x="154" y="2289"/>
                    </a:cubicBezTo>
                    <a:cubicBezTo>
                      <a:pt x="154" y="1112"/>
                      <a:pt x="1113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0" y="1028"/>
                      <a:pt x="0" y="2289"/>
                    </a:cubicBezTo>
                    <a:cubicBezTo>
                      <a:pt x="0" y="3552"/>
                      <a:pt x="1028" y="4579"/>
                      <a:pt x="2290" y="4579"/>
                    </a:cubicBezTo>
                    <a:cubicBezTo>
                      <a:pt x="3553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34"/>
              <p:cNvSpPr/>
              <p:nvPr/>
            </p:nvSpPr>
            <p:spPr>
              <a:xfrm rot="5400000">
                <a:off x="8555518" y="748211"/>
                <a:ext cx="145087" cy="145087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2368" extrusionOk="0">
                    <a:moveTo>
                      <a:pt x="1184" y="154"/>
                    </a:moveTo>
                    <a:cubicBezTo>
                      <a:pt x="1751" y="154"/>
                      <a:pt x="2214" y="617"/>
                      <a:pt x="2214" y="1184"/>
                    </a:cubicBezTo>
                    <a:cubicBezTo>
                      <a:pt x="2214" y="1752"/>
                      <a:pt x="1751" y="2214"/>
                      <a:pt x="1184" y="2214"/>
                    </a:cubicBezTo>
                    <a:cubicBezTo>
                      <a:pt x="616" y="2214"/>
                      <a:pt x="155" y="1752"/>
                      <a:pt x="155" y="1184"/>
                    </a:cubicBezTo>
                    <a:cubicBezTo>
                      <a:pt x="155" y="617"/>
                      <a:pt x="616" y="154"/>
                      <a:pt x="1184" y="154"/>
                    </a:cubicBezTo>
                    <a:close/>
                    <a:moveTo>
                      <a:pt x="1184" y="1"/>
                    </a:moveTo>
                    <a:cubicBezTo>
                      <a:pt x="531" y="1"/>
                      <a:pt x="1" y="532"/>
                      <a:pt x="1" y="1184"/>
                    </a:cubicBezTo>
                    <a:cubicBezTo>
                      <a:pt x="1" y="1837"/>
                      <a:pt x="531" y="2368"/>
                      <a:pt x="1184" y="2368"/>
                    </a:cubicBezTo>
                    <a:cubicBezTo>
                      <a:pt x="1836" y="2368"/>
                      <a:pt x="2367" y="1837"/>
                      <a:pt x="2367" y="1184"/>
                    </a:cubicBezTo>
                    <a:cubicBezTo>
                      <a:pt x="2367" y="532"/>
                      <a:pt x="1836" y="1"/>
                      <a:pt x="11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34"/>
              <p:cNvSpPr/>
              <p:nvPr/>
            </p:nvSpPr>
            <p:spPr>
              <a:xfrm rot="5400000">
                <a:off x="8829085" y="883431"/>
                <a:ext cx="151643" cy="151643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2475" extrusionOk="0">
                    <a:moveTo>
                      <a:pt x="1237" y="0"/>
                    </a:moveTo>
                    <a:cubicBezTo>
                      <a:pt x="554" y="0"/>
                      <a:pt x="1" y="553"/>
                      <a:pt x="1" y="1237"/>
                    </a:cubicBezTo>
                    <a:cubicBezTo>
                      <a:pt x="1" y="1920"/>
                      <a:pt x="554" y="2474"/>
                      <a:pt x="1237" y="2474"/>
                    </a:cubicBezTo>
                    <a:cubicBezTo>
                      <a:pt x="1922" y="2474"/>
                      <a:pt x="2475" y="1920"/>
                      <a:pt x="2475" y="1237"/>
                    </a:cubicBezTo>
                    <a:cubicBezTo>
                      <a:pt x="2475" y="553"/>
                      <a:pt x="1922" y="0"/>
                      <a:pt x="1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34"/>
              <p:cNvSpPr/>
              <p:nvPr/>
            </p:nvSpPr>
            <p:spPr>
              <a:xfrm rot="5400000">
                <a:off x="8873016" y="927300"/>
                <a:ext cx="63843" cy="63966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4" extrusionOk="0">
                    <a:moveTo>
                      <a:pt x="520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10"/>
                      <a:pt x="233" y="1043"/>
                      <a:pt x="520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34"/>
              <p:cNvSpPr/>
              <p:nvPr/>
            </p:nvSpPr>
            <p:spPr>
              <a:xfrm rot="5400000">
                <a:off x="8774433" y="1410957"/>
                <a:ext cx="151643" cy="151643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2475" extrusionOk="0">
                    <a:moveTo>
                      <a:pt x="1238" y="1"/>
                    </a:moveTo>
                    <a:cubicBezTo>
                      <a:pt x="555" y="1"/>
                      <a:pt x="0" y="554"/>
                      <a:pt x="0" y="1237"/>
                    </a:cubicBezTo>
                    <a:cubicBezTo>
                      <a:pt x="0" y="1921"/>
                      <a:pt x="555" y="2475"/>
                      <a:pt x="1238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34"/>
              <p:cNvSpPr/>
              <p:nvPr/>
            </p:nvSpPr>
            <p:spPr>
              <a:xfrm rot="5400000">
                <a:off x="8818272" y="1454856"/>
                <a:ext cx="63905" cy="63843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2" extrusionOk="0">
                    <a:moveTo>
                      <a:pt x="522" y="0"/>
                    </a:moveTo>
                    <a:cubicBezTo>
                      <a:pt x="234" y="0"/>
                      <a:pt x="1" y="233"/>
                      <a:pt x="1" y="520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5" name="Google Shape;1865;p34"/>
            <p:cNvGrpSpPr/>
            <p:nvPr/>
          </p:nvGrpSpPr>
          <p:grpSpPr>
            <a:xfrm>
              <a:off x="107271" y="3767598"/>
              <a:ext cx="419518" cy="1375882"/>
              <a:chOff x="107271" y="3767598"/>
              <a:chExt cx="419518" cy="1375882"/>
            </a:xfrm>
          </p:grpSpPr>
          <p:sp>
            <p:nvSpPr>
              <p:cNvPr id="1866" name="Google Shape;1866;p34"/>
              <p:cNvSpPr/>
              <p:nvPr/>
            </p:nvSpPr>
            <p:spPr>
              <a:xfrm>
                <a:off x="326305" y="4019527"/>
                <a:ext cx="200484" cy="1123953"/>
              </a:xfrm>
              <a:custGeom>
                <a:avLst/>
                <a:gdLst/>
                <a:ahLst/>
                <a:cxnLst/>
                <a:rect l="l" t="t" r="r" b="b"/>
                <a:pathLst>
                  <a:path w="3644" h="20429" extrusionOk="0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34"/>
              <p:cNvSpPr/>
              <p:nvPr/>
            </p:nvSpPr>
            <p:spPr>
              <a:xfrm>
                <a:off x="430016" y="4058976"/>
                <a:ext cx="57383" cy="57383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34"/>
              <p:cNvSpPr/>
              <p:nvPr/>
            </p:nvSpPr>
            <p:spPr>
              <a:xfrm>
                <a:off x="154150" y="4343260"/>
                <a:ext cx="147227" cy="80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4544" extrusionOk="0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34"/>
              <p:cNvSpPr/>
              <p:nvPr/>
            </p:nvSpPr>
            <p:spPr>
              <a:xfrm>
                <a:off x="204547" y="4382654"/>
                <a:ext cx="57438" cy="57438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4" extrusionOk="0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34"/>
              <p:cNvSpPr/>
              <p:nvPr/>
            </p:nvSpPr>
            <p:spPr>
              <a:xfrm>
                <a:off x="190185" y="3850456"/>
                <a:ext cx="86157" cy="86212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34"/>
              <p:cNvSpPr/>
              <p:nvPr/>
            </p:nvSpPr>
            <p:spPr>
              <a:xfrm>
                <a:off x="107271" y="3767598"/>
                <a:ext cx="251980" cy="251925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79" extrusionOk="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72" name="Google Shape;1872;p34"/>
          <p:cNvGrpSpPr/>
          <p:nvPr/>
        </p:nvGrpSpPr>
        <p:grpSpPr>
          <a:xfrm>
            <a:off x="302292" y="111137"/>
            <a:ext cx="8280548" cy="4769581"/>
            <a:chOff x="302292" y="111137"/>
            <a:chExt cx="8280548" cy="4769581"/>
          </a:xfrm>
        </p:grpSpPr>
        <p:grpSp>
          <p:nvGrpSpPr>
            <p:cNvPr id="1873" name="Google Shape;1873;p34"/>
            <p:cNvGrpSpPr/>
            <p:nvPr/>
          </p:nvGrpSpPr>
          <p:grpSpPr>
            <a:xfrm>
              <a:off x="302292" y="3519018"/>
              <a:ext cx="248519" cy="248575"/>
              <a:chOff x="800679" y="4236193"/>
              <a:chExt cx="248519" cy="248575"/>
            </a:xfrm>
          </p:grpSpPr>
          <p:sp>
            <p:nvSpPr>
              <p:cNvPr id="1874" name="Google Shape;1874;p3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3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3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7" name="Google Shape;1877;p34"/>
            <p:cNvGrpSpPr/>
            <p:nvPr/>
          </p:nvGrpSpPr>
          <p:grpSpPr>
            <a:xfrm>
              <a:off x="551729" y="4632143"/>
              <a:ext cx="248519" cy="248575"/>
              <a:chOff x="800679" y="4236193"/>
              <a:chExt cx="248519" cy="248575"/>
            </a:xfrm>
          </p:grpSpPr>
          <p:sp>
            <p:nvSpPr>
              <p:cNvPr id="1878" name="Google Shape;1878;p3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3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3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1" name="Google Shape;1881;p34"/>
            <p:cNvGrpSpPr/>
            <p:nvPr/>
          </p:nvGrpSpPr>
          <p:grpSpPr>
            <a:xfrm>
              <a:off x="8306024" y="111137"/>
              <a:ext cx="276816" cy="276814"/>
              <a:chOff x="8306024" y="111137"/>
              <a:chExt cx="276816" cy="276814"/>
            </a:xfrm>
          </p:grpSpPr>
          <p:sp>
            <p:nvSpPr>
              <p:cNvPr id="1882" name="Google Shape;1882;p34"/>
              <p:cNvSpPr/>
              <p:nvPr/>
            </p:nvSpPr>
            <p:spPr>
              <a:xfrm rot="5400000">
                <a:off x="8306024" y="321473"/>
                <a:ext cx="66478" cy="66478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83" name="Google Shape;1883;p34"/>
              <p:cNvGrpSpPr/>
              <p:nvPr/>
            </p:nvGrpSpPr>
            <p:grpSpPr>
              <a:xfrm>
                <a:off x="8409692" y="111137"/>
                <a:ext cx="173148" cy="173086"/>
                <a:chOff x="8409692" y="111137"/>
                <a:chExt cx="173148" cy="173086"/>
              </a:xfrm>
            </p:grpSpPr>
            <p:sp>
              <p:nvSpPr>
                <p:cNvPr id="1884" name="Google Shape;1884;p34"/>
                <p:cNvSpPr/>
                <p:nvPr/>
              </p:nvSpPr>
              <p:spPr>
                <a:xfrm rot="5400000">
                  <a:off x="8409692" y="217745"/>
                  <a:ext cx="66478" cy="6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" h="1085" extrusionOk="0">
                      <a:moveTo>
                        <a:pt x="543" y="0"/>
                      </a:moveTo>
                      <a:cubicBezTo>
                        <a:pt x="243" y="0"/>
                        <a:pt x="0" y="242"/>
                        <a:pt x="0" y="541"/>
                      </a:cubicBezTo>
                      <a:cubicBezTo>
                        <a:pt x="0" y="842"/>
                        <a:pt x="243" y="1084"/>
                        <a:pt x="543" y="1084"/>
                      </a:cubicBezTo>
                      <a:cubicBezTo>
                        <a:pt x="842" y="1084"/>
                        <a:pt x="1084" y="842"/>
                        <a:pt x="1084" y="541"/>
                      </a:cubicBezTo>
                      <a:cubicBezTo>
                        <a:pt x="1084" y="242"/>
                        <a:pt x="842" y="0"/>
                        <a:pt x="5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5" name="Google Shape;1885;p34"/>
                <p:cNvSpPr/>
                <p:nvPr/>
              </p:nvSpPr>
              <p:spPr>
                <a:xfrm rot="5400000">
                  <a:off x="8516362" y="111137"/>
                  <a:ext cx="66478" cy="6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" h="1085" extrusionOk="0">
                      <a:moveTo>
                        <a:pt x="543" y="1"/>
                      </a:moveTo>
                      <a:cubicBezTo>
                        <a:pt x="242" y="1"/>
                        <a:pt x="0" y="243"/>
                        <a:pt x="0" y="544"/>
                      </a:cubicBezTo>
                      <a:cubicBezTo>
                        <a:pt x="0" y="843"/>
                        <a:pt x="242" y="1085"/>
                        <a:pt x="543" y="1085"/>
                      </a:cubicBezTo>
                      <a:cubicBezTo>
                        <a:pt x="842" y="1085"/>
                        <a:pt x="1084" y="843"/>
                        <a:pt x="1084" y="544"/>
                      </a:cubicBezTo>
                      <a:cubicBezTo>
                        <a:pt x="1084" y="243"/>
                        <a:pt x="842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75" r:id="rId5"/>
    <p:sldLayoutId id="2147483679" r:id="rId6"/>
    <p:sldLayoutId id="214748368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38"/>
          <p:cNvSpPr txBox="1">
            <a:spLocks noGrp="1"/>
          </p:cNvSpPr>
          <p:nvPr>
            <p:ph type="ctrTitle"/>
          </p:nvPr>
        </p:nvSpPr>
        <p:spPr>
          <a:xfrm>
            <a:off x="713225" y="1606650"/>
            <a:ext cx="5102700" cy="193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 to Logic Analyzers</a:t>
            </a:r>
            <a:endParaRPr dirty="0"/>
          </a:p>
        </p:txBody>
      </p:sp>
      <p:sp>
        <p:nvSpPr>
          <p:cNvPr id="1897" name="Google Shape;1897;p38"/>
          <p:cNvSpPr txBox="1">
            <a:spLocks noGrp="1"/>
          </p:cNvSpPr>
          <p:nvPr>
            <p:ph type="subTitle" idx="1"/>
          </p:nvPr>
        </p:nvSpPr>
        <p:spPr>
          <a:xfrm>
            <a:off x="713225" y="3907400"/>
            <a:ext cx="2614800" cy="6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</a:t>
            </a:r>
            <a:r>
              <a:rPr lang="en" dirty="0"/>
              <a:t>amster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SAINTCON25</a:t>
            </a:r>
            <a:endParaRPr dirty="0"/>
          </a:p>
        </p:txBody>
      </p:sp>
      <p:grpSp>
        <p:nvGrpSpPr>
          <p:cNvPr id="1898" name="Google Shape;1898;p38"/>
          <p:cNvGrpSpPr/>
          <p:nvPr/>
        </p:nvGrpSpPr>
        <p:grpSpPr>
          <a:xfrm>
            <a:off x="777562" y="-76204"/>
            <a:ext cx="3170770" cy="1162283"/>
            <a:chOff x="777562" y="-76204"/>
            <a:chExt cx="3170770" cy="1162283"/>
          </a:xfrm>
        </p:grpSpPr>
        <p:sp>
          <p:nvSpPr>
            <p:cNvPr id="1899" name="Google Shape;1899;p38"/>
            <p:cNvSpPr/>
            <p:nvPr/>
          </p:nvSpPr>
          <p:spPr>
            <a:xfrm rot="-5400000">
              <a:off x="3075054" y="76684"/>
              <a:ext cx="875835" cy="570060"/>
            </a:xfrm>
            <a:custGeom>
              <a:avLst/>
              <a:gdLst/>
              <a:ahLst/>
              <a:cxnLst/>
              <a:rect l="l" t="t" r="r" b="b"/>
              <a:pathLst>
                <a:path w="17309" h="11266" extrusionOk="0">
                  <a:moveTo>
                    <a:pt x="1239" y="0"/>
                  </a:moveTo>
                  <a:cubicBezTo>
                    <a:pt x="555" y="0"/>
                    <a:pt x="1" y="555"/>
                    <a:pt x="1" y="1238"/>
                  </a:cubicBezTo>
                  <a:cubicBezTo>
                    <a:pt x="1" y="1921"/>
                    <a:pt x="555" y="2476"/>
                    <a:pt x="1239" y="2476"/>
                  </a:cubicBezTo>
                  <a:cubicBezTo>
                    <a:pt x="1525" y="2476"/>
                    <a:pt x="1785" y="2374"/>
                    <a:pt x="1994" y="2211"/>
                  </a:cubicBezTo>
                  <a:lnTo>
                    <a:pt x="3382" y="3600"/>
                  </a:lnTo>
                  <a:lnTo>
                    <a:pt x="3382" y="5884"/>
                  </a:lnTo>
                  <a:cubicBezTo>
                    <a:pt x="3382" y="5925"/>
                    <a:pt x="3399" y="5964"/>
                    <a:pt x="3428" y="5993"/>
                  </a:cubicBezTo>
                  <a:lnTo>
                    <a:pt x="5480" y="8046"/>
                  </a:lnTo>
                  <a:cubicBezTo>
                    <a:pt x="5509" y="8074"/>
                    <a:pt x="5548" y="8091"/>
                    <a:pt x="5589" y="8091"/>
                  </a:cubicBezTo>
                  <a:lnTo>
                    <a:pt x="13901" y="8091"/>
                  </a:lnTo>
                  <a:lnTo>
                    <a:pt x="17030" y="11220"/>
                  </a:lnTo>
                  <a:cubicBezTo>
                    <a:pt x="17061" y="11250"/>
                    <a:pt x="17100" y="11265"/>
                    <a:pt x="17139" y="11265"/>
                  </a:cubicBezTo>
                  <a:cubicBezTo>
                    <a:pt x="17179" y="11265"/>
                    <a:pt x="17218" y="11250"/>
                    <a:pt x="17248" y="11220"/>
                  </a:cubicBezTo>
                  <a:cubicBezTo>
                    <a:pt x="17308" y="11160"/>
                    <a:pt x="17308" y="11063"/>
                    <a:pt x="17248" y="11003"/>
                  </a:cubicBezTo>
                  <a:lnTo>
                    <a:pt x="14074" y="7829"/>
                  </a:lnTo>
                  <a:cubicBezTo>
                    <a:pt x="14045" y="7799"/>
                    <a:pt x="14006" y="7782"/>
                    <a:pt x="13965" y="7782"/>
                  </a:cubicBezTo>
                  <a:lnTo>
                    <a:pt x="5653" y="7782"/>
                  </a:lnTo>
                  <a:lnTo>
                    <a:pt x="3691" y="5820"/>
                  </a:lnTo>
                  <a:lnTo>
                    <a:pt x="3691" y="3536"/>
                  </a:lnTo>
                  <a:cubicBezTo>
                    <a:pt x="3691" y="3495"/>
                    <a:pt x="3674" y="3456"/>
                    <a:pt x="3644" y="3427"/>
                  </a:cubicBezTo>
                  <a:lnTo>
                    <a:pt x="2212" y="1993"/>
                  </a:lnTo>
                  <a:cubicBezTo>
                    <a:pt x="2375" y="1784"/>
                    <a:pt x="2475" y="1524"/>
                    <a:pt x="2475" y="1238"/>
                  </a:cubicBezTo>
                  <a:cubicBezTo>
                    <a:pt x="2475" y="555"/>
                    <a:pt x="1922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8"/>
            <p:cNvSpPr/>
            <p:nvPr/>
          </p:nvSpPr>
          <p:spPr>
            <a:xfrm rot="-5400000">
              <a:off x="3264223" y="710575"/>
              <a:ext cx="52725" cy="52826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09"/>
                    <a:pt x="233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8"/>
            <p:cNvSpPr/>
            <p:nvPr/>
          </p:nvSpPr>
          <p:spPr>
            <a:xfrm rot="-5400000">
              <a:off x="2429519" y="181451"/>
              <a:ext cx="816380" cy="332138"/>
            </a:xfrm>
            <a:custGeom>
              <a:avLst/>
              <a:gdLst/>
              <a:ahLst/>
              <a:cxnLst/>
              <a:rect l="l" t="t" r="r" b="b"/>
              <a:pathLst>
                <a:path w="16134" h="6564" extrusionOk="0">
                  <a:moveTo>
                    <a:pt x="15965" y="1"/>
                  </a:moveTo>
                  <a:cubicBezTo>
                    <a:pt x="15926" y="1"/>
                    <a:pt x="15886" y="16"/>
                    <a:pt x="15856" y="46"/>
                  </a:cubicBezTo>
                  <a:lnTo>
                    <a:pt x="12384" y="3518"/>
                  </a:lnTo>
                  <a:lnTo>
                    <a:pt x="3033" y="3518"/>
                  </a:lnTo>
                  <a:cubicBezTo>
                    <a:pt x="2992" y="3518"/>
                    <a:pt x="2953" y="3535"/>
                    <a:pt x="2924" y="3563"/>
                  </a:cubicBezTo>
                  <a:lnTo>
                    <a:pt x="2070" y="4417"/>
                  </a:lnTo>
                  <a:cubicBezTo>
                    <a:pt x="1850" y="4216"/>
                    <a:pt x="1560" y="4089"/>
                    <a:pt x="1237" y="4089"/>
                  </a:cubicBezTo>
                  <a:cubicBezTo>
                    <a:pt x="554" y="4089"/>
                    <a:pt x="1" y="4643"/>
                    <a:pt x="1" y="5327"/>
                  </a:cubicBezTo>
                  <a:cubicBezTo>
                    <a:pt x="1" y="6010"/>
                    <a:pt x="554" y="6563"/>
                    <a:pt x="1237" y="6563"/>
                  </a:cubicBezTo>
                  <a:cubicBezTo>
                    <a:pt x="1921" y="6563"/>
                    <a:pt x="2475" y="6010"/>
                    <a:pt x="2475" y="5327"/>
                  </a:cubicBezTo>
                  <a:cubicBezTo>
                    <a:pt x="2475" y="5076"/>
                    <a:pt x="2399" y="4844"/>
                    <a:pt x="2272" y="4649"/>
                  </a:cubicBezTo>
                  <a:lnTo>
                    <a:pt x="3096" y="3825"/>
                  </a:lnTo>
                  <a:lnTo>
                    <a:pt x="12448" y="3825"/>
                  </a:lnTo>
                  <a:cubicBezTo>
                    <a:pt x="12488" y="3825"/>
                    <a:pt x="12527" y="3809"/>
                    <a:pt x="12557" y="3781"/>
                  </a:cubicBezTo>
                  <a:lnTo>
                    <a:pt x="16074" y="264"/>
                  </a:lnTo>
                  <a:cubicBezTo>
                    <a:pt x="16134" y="203"/>
                    <a:pt x="16134" y="106"/>
                    <a:pt x="16074" y="46"/>
                  </a:cubicBezTo>
                  <a:cubicBezTo>
                    <a:pt x="16043" y="16"/>
                    <a:pt x="16004" y="1"/>
                    <a:pt x="15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8"/>
            <p:cNvSpPr/>
            <p:nvPr/>
          </p:nvSpPr>
          <p:spPr>
            <a:xfrm rot="-5400000">
              <a:off x="2914826" y="666654"/>
              <a:ext cx="52725" cy="52826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3"/>
                    <a:pt x="520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8"/>
            <p:cNvSpPr/>
            <p:nvPr/>
          </p:nvSpPr>
          <p:spPr>
            <a:xfrm rot="-5400000">
              <a:off x="2465575" y="428254"/>
              <a:ext cx="1146697" cy="168953"/>
            </a:xfrm>
            <a:custGeom>
              <a:avLst/>
              <a:gdLst/>
              <a:ahLst/>
              <a:cxnLst/>
              <a:rect l="l" t="t" r="r" b="b"/>
              <a:pathLst>
                <a:path w="22662" h="3339" extrusionOk="0">
                  <a:moveTo>
                    <a:pt x="1237" y="0"/>
                  </a:moveTo>
                  <a:cubicBezTo>
                    <a:pt x="554" y="0"/>
                    <a:pt x="1" y="553"/>
                    <a:pt x="1" y="1237"/>
                  </a:cubicBezTo>
                  <a:cubicBezTo>
                    <a:pt x="1" y="1920"/>
                    <a:pt x="554" y="2475"/>
                    <a:pt x="1237" y="2475"/>
                  </a:cubicBezTo>
                  <a:cubicBezTo>
                    <a:pt x="1562" y="2475"/>
                    <a:pt x="1857" y="2347"/>
                    <a:pt x="2076" y="2141"/>
                  </a:cubicBezTo>
                  <a:lnTo>
                    <a:pt x="3230" y="3294"/>
                  </a:lnTo>
                  <a:cubicBezTo>
                    <a:pt x="3259" y="3323"/>
                    <a:pt x="3298" y="3339"/>
                    <a:pt x="3339" y="3339"/>
                  </a:cubicBezTo>
                  <a:lnTo>
                    <a:pt x="7566" y="3339"/>
                  </a:lnTo>
                  <a:cubicBezTo>
                    <a:pt x="7608" y="3339"/>
                    <a:pt x="7647" y="3323"/>
                    <a:pt x="7675" y="3294"/>
                  </a:cubicBezTo>
                  <a:lnTo>
                    <a:pt x="8719" y="2251"/>
                  </a:lnTo>
                  <a:lnTo>
                    <a:pt x="13252" y="2251"/>
                  </a:lnTo>
                  <a:cubicBezTo>
                    <a:pt x="13292" y="2251"/>
                    <a:pt x="13331" y="2235"/>
                    <a:pt x="13360" y="2206"/>
                  </a:cubicBezTo>
                  <a:lnTo>
                    <a:pt x="15246" y="319"/>
                  </a:lnTo>
                  <a:lnTo>
                    <a:pt x="20131" y="319"/>
                  </a:lnTo>
                  <a:lnTo>
                    <a:pt x="22385" y="2575"/>
                  </a:lnTo>
                  <a:cubicBezTo>
                    <a:pt x="22415" y="2605"/>
                    <a:pt x="22455" y="2619"/>
                    <a:pt x="22494" y="2619"/>
                  </a:cubicBezTo>
                  <a:cubicBezTo>
                    <a:pt x="22533" y="2619"/>
                    <a:pt x="22572" y="2605"/>
                    <a:pt x="22603" y="2575"/>
                  </a:cubicBezTo>
                  <a:cubicBezTo>
                    <a:pt x="22662" y="2515"/>
                    <a:pt x="22662" y="2417"/>
                    <a:pt x="22603" y="2358"/>
                  </a:cubicBezTo>
                  <a:lnTo>
                    <a:pt x="20303" y="57"/>
                  </a:lnTo>
                  <a:cubicBezTo>
                    <a:pt x="20274" y="29"/>
                    <a:pt x="20235" y="12"/>
                    <a:pt x="20193" y="12"/>
                  </a:cubicBezTo>
                  <a:lnTo>
                    <a:pt x="15182" y="12"/>
                  </a:lnTo>
                  <a:cubicBezTo>
                    <a:pt x="15141" y="12"/>
                    <a:pt x="15102" y="29"/>
                    <a:pt x="15073" y="57"/>
                  </a:cubicBezTo>
                  <a:lnTo>
                    <a:pt x="13188" y="1944"/>
                  </a:lnTo>
                  <a:lnTo>
                    <a:pt x="8655" y="1944"/>
                  </a:lnTo>
                  <a:cubicBezTo>
                    <a:pt x="8614" y="1944"/>
                    <a:pt x="8575" y="1959"/>
                    <a:pt x="8547" y="1989"/>
                  </a:cubicBezTo>
                  <a:lnTo>
                    <a:pt x="7503" y="3031"/>
                  </a:lnTo>
                  <a:lnTo>
                    <a:pt x="3402" y="3031"/>
                  </a:lnTo>
                  <a:lnTo>
                    <a:pt x="2276" y="1906"/>
                  </a:lnTo>
                  <a:cubicBezTo>
                    <a:pt x="2400" y="1712"/>
                    <a:pt x="2475" y="1484"/>
                    <a:pt x="2475" y="1237"/>
                  </a:cubicBezTo>
                  <a:cubicBezTo>
                    <a:pt x="2475" y="553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8"/>
            <p:cNvSpPr/>
            <p:nvPr/>
          </p:nvSpPr>
          <p:spPr>
            <a:xfrm rot="-5400000">
              <a:off x="2990651" y="997048"/>
              <a:ext cx="52776" cy="52826"/>
            </a:xfrm>
            <a:custGeom>
              <a:avLst/>
              <a:gdLst/>
              <a:ahLst/>
              <a:cxnLst/>
              <a:rect l="l" t="t" r="r" b="b"/>
              <a:pathLst>
                <a:path w="1043" h="1044" extrusionOk="0">
                  <a:moveTo>
                    <a:pt x="521" y="0"/>
                  </a:moveTo>
                  <a:cubicBezTo>
                    <a:pt x="234" y="0"/>
                    <a:pt x="1" y="233"/>
                    <a:pt x="1" y="522"/>
                  </a:cubicBezTo>
                  <a:cubicBezTo>
                    <a:pt x="1" y="809"/>
                    <a:pt x="234" y="1043"/>
                    <a:pt x="521" y="1043"/>
                  </a:cubicBezTo>
                  <a:cubicBezTo>
                    <a:pt x="810" y="1043"/>
                    <a:pt x="1042" y="809"/>
                    <a:pt x="1042" y="522"/>
                  </a:cubicBezTo>
                  <a:cubicBezTo>
                    <a:pt x="1042" y="233"/>
                    <a:pt x="810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8"/>
            <p:cNvSpPr/>
            <p:nvPr/>
          </p:nvSpPr>
          <p:spPr>
            <a:xfrm rot="-5400000">
              <a:off x="2236301" y="192962"/>
              <a:ext cx="727628" cy="190914"/>
            </a:xfrm>
            <a:custGeom>
              <a:avLst/>
              <a:gdLst/>
              <a:ahLst/>
              <a:cxnLst/>
              <a:rect l="l" t="t" r="r" b="b"/>
              <a:pathLst>
                <a:path w="14380" h="3773" extrusionOk="0">
                  <a:moveTo>
                    <a:pt x="3670" y="0"/>
                  </a:moveTo>
                  <a:cubicBezTo>
                    <a:pt x="3629" y="0"/>
                    <a:pt x="3590" y="17"/>
                    <a:pt x="3562" y="45"/>
                  </a:cubicBezTo>
                  <a:lnTo>
                    <a:pt x="2021" y="1585"/>
                  </a:lnTo>
                  <a:cubicBezTo>
                    <a:pt x="1807" y="1408"/>
                    <a:pt x="1538" y="1297"/>
                    <a:pt x="1237" y="1297"/>
                  </a:cubicBezTo>
                  <a:cubicBezTo>
                    <a:pt x="554" y="1297"/>
                    <a:pt x="1" y="1852"/>
                    <a:pt x="1" y="2535"/>
                  </a:cubicBezTo>
                  <a:cubicBezTo>
                    <a:pt x="1" y="3218"/>
                    <a:pt x="554" y="3773"/>
                    <a:pt x="1237" y="3773"/>
                  </a:cubicBezTo>
                  <a:cubicBezTo>
                    <a:pt x="1921" y="3773"/>
                    <a:pt x="2475" y="3218"/>
                    <a:pt x="2475" y="2535"/>
                  </a:cubicBezTo>
                  <a:cubicBezTo>
                    <a:pt x="2475" y="2262"/>
                    <a:pt x="2384" y="2011"/>
                    <a:pt x="2234" y="1807"/>
                  </a:cubicBezTo>
                  <a:lnTo>
                    <a:pt x="3734" y="308"/>
                  </a:lnTo>
                  <a:lnTo>
                    <a:pt x="14226" y="308"/>
                  </a:lnTo>
                  <a:cubicBezTo>
                    <a:pt x="14311" y="308"/>
                    <a:pt x="14380" y="239"/>
                    <a:pt x="14380" y="154"/>
                  </a:cubicBezTo>
                  <a:cubicBezTo>
                    <a:pt x="14380" y="69"/>
                    <a:pt x="14311" y="0"/>
                    <a:pt x="142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8"/>
            <p:cNvSpPr/>
            <p:nvPr/>
          </p:nvSpPr>
          <p:spPr>
            <a:xfrm rot="-5400000">
              <a:off x="2606568" y="563177"/>
              <a:ext cx="52725" cy="52826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09"/>
                    <a:pt x="233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8"/>
            <p:cNvSpPr/>
            <p:nvPr/>
          </p:nvSpPr>
          <p:spPr>
            <a:xfrm rot="-5400000">
              <a:off x="1925792" y="254316"/>
              <a:ext cx="1032088" cy="372669"/>
            </a:xfrm>
            <a:custGeom>
              <a:avLst/>
              <a:gdLst/>
              <a:ahLst/>
              <a:cxnLst/>
              <a:rect l="l" t="t" r="r" b="b"/>
              <a:pathLst>
                <a:path w="20397" h="7365" extrusionOk="0">
                  <a:moveTo>
                    <a:pt x="14368" y="1"/>
                  </a:moveTo>
                  <a:cubicBezTo>
                    <a:pt x="14327" y="1"/>
                    <a:pt x="14288" y="16"/>
                    <a:pt x="14259" y="46"/>
                  </a:cubicBezTo>
                  <a:lnTo>
                    <a:pt x="11461" y="2844"/>
                  </a:lnTo>
                  <a:lnTo>
                    <a:pt x="4342" y="2844"/>
                  </a:lnTo>
                  <a:cubicBezTo>
                    <a:pt x="4301" y="2844"/>
                    <a:pt x="4262" y="2859"/>
                    <a:pt x="4233" y="2889"/>
                  </a:cubicBezTo>
                  <a:lnTo>
                    <a:pt x="1980" y="5142"/>
                  </a:lnTo>
                  <a:cubicBezTo>
                    <a:pt x="1771" y="4986"/>
                    <a:pt x="1517" y="4890"/>
                    <a:pt x="1237" y="4890"/>
                  </a:cubicBezTo>
                  <a:cubicBezTo>
                    <a:pt x="554" y="4890"/>
                    <a:pt x="1" y="5445"/>
                    <a:pt x="1" y="6128"/>
                  </a:cubicBezTo>
                  <a:cubicBezTo>
                    <a:pt x="1" y="6811"/>
                    <a:pt x="554" y="7364"/>
                    <a:pt x="1237" y="7364"/>
                  </a:cubicBezTo>
                  <a:cubicBezTo>
                    <a:pt x="1920" y="7364"/>
                    <a:pt x="2475" y="6811"/>
                    <a:pt x="2475" y="6128"/>
                  </a:cubicBezTo>
                  <a:cubicBezTo>
                    <a:pt x="2475" y="5835"/>
                    <a:pt x="2368" y="5569"/>
                    <a:pt x="2199" y="5357"/>
                  </a:cubicBezTo>
                  <a:lnTo>
                    <a:pt x="4405" y="3151"/>
                  </a:lnTo>
                  <a:lnTo>
                    <a:pt x="11524" y="3151"/>
                  </a:lnTo>
                  <a:cubicBezTo>
                    <a:pt x="11566" y="3151"/>
                    <a:pt x="11605" y="3135"/>
                    <a:pt x="11633" y="3106"/>
                  </a:cubicBezTo>
                  <a:lnTo>
                    <a:pt x="14431" y="308"/>
                  </a:lnTo>
                  <a:lnTo>
                    <a:pt x="20243" y="308"/>
                  </a:lnTo>
                  <a:cubicBezTo>
                    <a:pt x="20328" y="308"/>
                    <a:pt x="20397" y="239"/>
                    <a:pt x="20397" y="154"/>
                  </a:cubicBezTo>
                  <a:cubicBezTo>
                    <a:pt x="20397" y="69"/>
                    <a:pt x="20328" y="1"/>
                    <a:pt x="20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8"/>
            <p:cNvSpPr/>
            <p:nvPr/>
          </p:nvSpPr>
          <p:spPr>
            <a:xfrm rot="-5400000">
              <a:off x="2539168" y="867689"/>
              <a:ext cx="52776" cy="52776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2" y="1"/>
                  </a:moveTo>
                  <a:cubicBezTo>
                    <a:pt x="234" y="1"/>
                    <a:pt x="1" y="233"/>
                    <a:pt x="1" y="522"/>
                  </a:cubicBezTo>
                  <a:cubicBezTo>
                    <a:pt x="1" y="809"/>
                    <a:pt x="234" y="1042"/>
                    <a:pt x="522" y="1042"/>
                  </a:cubicBezTo>
                  <a:cubicBezTo>
                    <a:pt x="810" y="1042"/>
                    <a:pt x="1042" y="809"/>
                    <a:pt x="1042" y="522"/>
                  </a:cubicBezTo>
                  <a:cubicBezTo>
                    <a:pt x="1042" y="233"/>
                    <a:pt x="810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8"/>
            <p:cNvSpPr/>
            <p:nvPr/>
          </p:nvSpPr>
          <p:spPr>
            <a:xfrm rot="-5400000">
              <a:off x="1611712" y="25451"/>
              <a:ext cx="815824" cy="612513"/>
            </a:xfrm>
            <a:custGeom>
              <a:avLst/>
              <a:gdLst/>
              <a:ahLst/>
              <a:cxnLst/>
              <a:rect l="l" t="t" r="r" b="b"/>
              <a:pathLst>
                <a:path w="16123" h="12105" extrusionOk="0">
                  <a:moveTo>
                    <a:pt x="15953" y="0"/>
                  </a:moveTo>
                  <a:cubicBezTo>
                    <a:pt x="15914" y="0"/>
                    <a:pt x="15874" y="15"/>
                    <a:pt x="15844" y="45"/>
                  </a:cubicBezTo>
                  <a:lnTo>
                    <a:pt x="10731" y="5158"/>
                  </a:lnTo>
                  <a:lnTo>
                    <a:pt x="4716" y="5158"/>
                  </a:lnTo>
                  <a:cubicBezTo>
                    <a:pt x="4676" y="5158"/>
                    <a:pt x="4636" y="5175"/>
                    <a:pt x="4608" y="5203"/>
                  </a:cubicBezTo>
                  <a:lnTo>
                    <a:pt x="3421" y="6390"/>
                  </a:lnTo>
                  <a:cubicBezTo>
                    <a:pt x="3392" y="6420"/>
                    <a:pt x="3376" y="6459"/>
                    <a:pt x="3376" y="6500"/>
                  </a:cubicBezTo>
                  <a:lnTo>
                    <a:pt x="3376" y="8694"/>
                  </a:lnTo>
                  <a:lnTo>
                    <a:pt x="2093" y="9977"/>
                  </a:lnTo>
                  <a:cubicBezTo>
                    <a:pt x="1871" y="9763"/>
                    <a:pt x="1571" y="9631"/>
                    <a:pt x="1237" y="9631"/>
                  </a:cubicBezTo>
                  <a:cubicBezTo>
                    <a:pt x="554" y="9631"/>
                    <a:pt x="1" y="10185"/>
                    <a:pt x="1" y="10868"/>
                  </a:cubicBezTo>
                  <a:cubicBezTo>
                    <a:pt x="1" y="11552"/>
                    <a:pt x="554" y="12105"/>
                    <a:pt x="1237" y="12105"/>
                  </a:cubicBezTo>
                  <a:cubicBezTo>
                    <a:pt x="1921" y="12105"/>
                    <a:pt x="2475" y="11552"/>
                    <a:pt x="2475" y="10868"/>
                  </a:cubicBezTo>
                  <a:cubicBezTo>
                    <a:pt x="2475" y="10628"/>
                    <a:pt x="2404" y="10407"/>
                    <a:pt x="2287" y="10218"/>
                  </a:cubicBezTo>
                  <a:lnTo>
                    <a:pt x="3638" y="8866"/>
                  </a:lnTo>
                  <a:cubicBezTo>
                    <a:pt x="3667" y="8837"/>
                    <a:pt x="3683" y="8798"/>
                    <a:pt x="3683" y="8757"/>
                  </a:cubicBezTo>
                  <a:lnTo>
                    <a:pt x="3683" y="6563"/>
                  </a:lnTo>
                  <a:lnTo>
                    <a:pt x="4780" y="5466"/>
                  </a:lnTo>
                  <a:lnTo>
                    <a:pt x="10795" y="5466"/>
                  </a:lnTo>
                  <a:cubicBezTo>
                    <a:pt x="10835" y="5466"/>
                    <a:pt x="10874" y="5450"/>
                    <a:pt x="10904" y="5421"/>
                  </a:cubicBezTo>
                  <a:lnTo>
                    <a:pt x="16062" y="263"/>
                  </a:lnTo>
                  <a:cubicBezTo>
                    <a:pt x="16122" y="203"/>
                    <a:pt x="16122" y="106"/>
                    <a:pt x="16062" y="45"/>
                  </a:cubicBezTo>
                  <a:cubicBezTo>
                    <a:pt x="16032" y="15"/>
                    <a:pt x="15992" y="0"/>
                    <a:pt x="159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8"/>
            <p:cNvSpPr/>
            <p:nvPr/>
          </p:nvSpPr>
          <p:spPr>
            <a:xfrm rot="-5400000">
              <a:off x="2236906" y="650589"/>
              <a:ext cx="52725" cy="52776"/>
            </a:xfrm>
            <a:custGeom>
              <a:avLst/>
              <a:gdLst/>
              <a:ahLst/>
              <a:cxnLst/>
              <a:rect l="l" t="t" r="r" b="b"/>
              <a:pathLst>
                <a:path w="1042" h="1043" extrusionOk="0">
                  <a:moveTo>
                    <a:pt x="520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10"/>
                    <a:pt x="233" y="1042"/>
                    <a:pt x="520" y="1042"/>
                  </a:cubicBezTo>
                  <a:cubicBezTo>
                    <a:pt x="809" y="1042"/>
                    <a:pt x="1042" y="810"/>
                    <a:pt x="1042" y="522"/>
                  </a:cubicBezTo>
                  <a:cubicBezTo>
                    <a:pt x="1042" y="234"/>
                    <a:pt x="809" y="1"/>
                    <a:pt x="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8"/>
            <p:cNvSpPr/>
            <p:nvPr/>
          </p:nvSpPr>
          <p:spPr>
            <a:xfrm rot="-5400000">
              <a:off x="1900010" y="148687"/>
              <a:ext cx="649957" cy="201793"/>
            </a:xfrm>
            <a:custGeom>
              <a:avLst/>
              <a:gdLst/>
              <a:ahLst/>
              <a:cxnLst/>
              <a:rect l="l" t="t" r="r" b="b"/>
              <a:pathLst>
                <a:path w="12845" h="3988" extrusionOk="0">
                  <a:moveTo>
                    <a:pt x="4160" y="0"/>
                  </a:moveTo>
                  <a:cubicBezTo>
                    <a:pt x="4119" y="0"/>
                    <a:pt x="4080" y="16"/>
                    <a:pt x="4052" y="45"/>
                  </a:cubicBezTo>
                  <a:lnTo>
                    <a:pt x="2161" y="1934"/>
                  </a:lnTo>
                  <a:cubicBezTo>
                    <a:pt x="1934" y="1678"/>
                    <a:pt x="1607" y="1514"/>
                    <a:pt x="1238" y="1514"/>
                  </a:cubicBezTo>
                  <a:cubicBezTo>
                    <a:pt x="555" y="1514"/>
                    <a:pt x="0" y="2068"/>
                    <a:pt x="0" y="2751"/>
                  </a:cubicBezTo>
                  <a:cubicBezTo>
                    <a:pt x="0" y="3435"/>
                    <a:pt x="555" y="3988"/>
                    <a:pt x="1238" y="3988"/>
                  </a:cubicBezTo>
                  <a:cubicBezTo>
                    <a:pt x="1921" y="3988"/>
                    <a:pt x="2476" y="3435"/>
                    <a:pt x="2476" y="2751"/>
                  </a:cubicBezTo>
                  <a:cubicBezTo>
                    <a:pt x="2476" y="2549"/>
                    <a:pt x="2423" y="2362"/>
                    <a:pt x="2338" y="2193"/>
                  </a:cubicBezTo>
                  <a:lnTo>
                    <a:pt x="4223" y="308"/>
                  </a:lnTo>
                  <a:lnTo>
                    <a:pt x="12691" y="308"/>
                  </a:lnTo>
                  <a:cubicBezTo>
                    <a:pt x="12776" y="308"/>
                    <a:pt x="12845" y="239"/>
                    <a:pt x="12845" y="154"/>
                  </a:cubicBezTo>
                  <a:cubicBezTo>
                    <a:pt x="12845" y="69"/>
                    <a:pt x="12776" y="0"/>
                    <a:pt x="12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8"/>
            <p:cNvSpPr/>
            <p:nvPr/>
          </p:nvSpPr>
          <p:spPr>
            <a:xfrm rot="-5400000">
              <a:off x="2236855" y="485531"/>
              <a:ext cx="52826" cy="52776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1"/>
                  </a:moveTo>
                  <a:cubicBezTo>
                    <a:pt x="235" y="1"/>
                    <a:pt x="1" y="234"/>
                    <a:pt x="1" y="522"/>
                  </a:cubicBezTo>
                  <a:cubicBezTo>
                    <a:pt x="1" y="810"/>
                    <a:pt x="235" y="1042"/>
                    <a:pt x="522" y="1042"/>
                  </a:cubicBezTo>
                  <a:cubicBezTo>
                    <a:pt x="811" y="1042"/>
                    <a:pt x="1043" y="810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8"/>
            <p:cNvSpPr/>
            <p:nvPr/>
          </p:nvSpPr>
          <p:spPr>
            <a:xfrm rot="-5400000">
              <a:off x="1071656" y="291152"/>
              <a:ext cx="893444" cy="160351"/>
            </a:xfrm>
            <a:custGeom>
              <a:avLst/>
              <a:gdLst/>
              <a:ahLst/>
              <a:cxnLst/>
              <a:rect l="l" t="t" r="r" b="b"/>
              <a:pathLst>
                <a:path w="17657" h="3169" extrusionOk="0">
                  <a:moveTo>
                    <a:pt x="1239" y="0"/>
                  </a:moveTo>
                  <a:cubicBezTo>
                    <a:pt x="555" y="0"/>
                    <a:pt x="1" y="555"/>
                    <a:pt x="1" y="1238"/>
                  </a:cubicBezTo>
                  <a:cubicBezTo>
                    <a:pt x="1" y="1922"/>
                    <a:pt x="555" y="2475"/>
                    <a:pt x="1239" y="2475"/>
                  </a:cubicBezTo>
                  <a:cubicBezTo>
                    <a:pt x="1547" y="2475"/>
                    <a:pt x="1826" y="2359"/>
                    <a:pt x="2043" y="2172"/>
                  </a:cubicBezTo>
                  <a:lnTo>
                    <a:pt x="2994" y="3123"/>
                  </a:lnTo>
                  <a:cubicBezTo>
                    <a:pt x="3023" y="3152"/>
                    <a:pt x="3062" y="3169"/>
                    <a:pt x="3103" y="3169"/>
                  </a:cubicBezTo>
                  <a:lnTo>
                    <a:pt x="7848" y="3169"/>
                  </a:lnTo>
                  <a:cubicBezTo>
                    <a:pt x="7890" y="3169"/>
                    <a:pt x="7929" y="3152"/>
                    <a:pt x="7957" y="3123"/>
                  </a:cubicBezTo>
                  <a:lnTo>
                    <a:pt x="10366" y="713"/>
                  </a:lnTo>
                  <a:lnTo>
                    <a:pt x="17503" y="713"/>
                  </a:lnTo>
                  <a:cubicBezTo>
                    <a:pt x="17588" y="713"/>
                    <a:pt x="17657" y="645"/>
                    <a:pt x="17657" y="560"/>
                  </a:cubicBezTo>
                  <a:cubicBezTo>
                    <a:pt x="17657" y="475"/>
                    <a:pt x="17588" y="406"/>
                    <a:pt x="17503" y="406"/>
                  </a:cubicBezTo>
                  <a:lnTo>
                    <a:pt x="10304" y="406"/>
                  </a:lnTo>
                  <a:cubicBezTo>
                    <a:pt x="10262" y="406"/>
                    <a:pt x="10223" y="423"/>
                    <a:pt x="10195" y="451"/>
                  </a:cubicBezTo>
                  <a:lnTo>
                    <a:pt x="7784" y="2860"/>
                  </a:lnTo>
                  <a:lnTo>
                    <a:pt x="3167" y="2860"/>
                  </a:lnTo>
                  <a:lnTo>
                    <a:pt x="2252" y="1946"/>
                  </a:lnTo>
                  <a:cubicBezTo>
                    <a:pt x="2392" y="1745"/>
                    <a:pt x="2476" y="1502"/>
                    <a:pt x="2476" y="1238"/>
                  </a:cubicBezTo>
                  <a:cubicBezTo>
                    <a:pt x="2476" y="555"/>
                    <a:pt x="1922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8"/>
            <p:cNvSpPr/>
            <p:nvPr/>
          </p:nvSpPr>
          <p:spPr>
            <a:xfrm rot="-5400000">
              <a:off x="1474432" y="728994"/>
              <a:ext cx="52776" cy="52776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2" y="1"/>
                  </a:moveTo>
                  <a:cubicBezTo>
                    <a:pt x="234" y="1"/>
                    <a:pt x="0" y="234"/>
                    <a:pt x="0" y="522"/>
                  </a:cubicBezTo>
                  <a:cubicBezTo>
                    <a:pt x="0" y="809"/>
                    <a:pt x="234" y="1042"/>
                    <a:pt x="522" y="1042"/>
                  </a:cubicBezTo>
                  <a:cubicBezTo>
                    <a:pt x="809" y="1042"/>
                    <a:pt x="1043" y="809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8"/>
            <p:cNvSpPr/>
            <p:nvPr/>
          </p:nvSpPr>
          <p:spPr>
            <a:xfrm rot="-5400000">
              <a:off x="810480" y="235264"/>
              <a:ext cx="831611" cy="208674"/>
            </a:xfrm>
            <a:custGeom>
              <a:avLst/>
              <a:gdLst/>
              <a:ahLst/>
              <a:cxnLst/>
              <a:rect l="l" t="t" r="r" b="b"/>
              <a:pathLst>
                <a:path w="16435" h="4124" extrusionOk="0">
                  <a:moveTo>
                    <a:pt x="16265" y="1"/>
                  </a:moveTo>
                  <a:cubicBezTo>
                    <a:pt x="16226" y="1"/>
                    <a:pt x="16186" y="16"/>
                    <a:pt x="16156" y="45"/>
                  </a:cubicBezTo>
                  <a:lnTo>
                    <a:pt x="14046" y="2155"/>
                  </a:lnTo>
                  <a:lnTo>
                    <a:pt x="9583" y="2155"/>
                  </a:lnTo>
                  <a:lnTo>
                    <a:pt x="8415" y="987"/>
                  </a:lnTo>
                  <a:cubicBezTo>
                    <a:pt x="8387" y="959"/>
                    <a:pt x="8348" y="942"/>
                    <a:pt x="8307" y="942"/>
                  </a:cubicBezTo>
                  <a:lnTo>
                    <a:pt x="3135" y="942"/>
                  </a:lnTo>
                  <a:cubicBezTo>
                    <a:pt x="3094" y="942"/>
                    <a:pt x="3054" y="959"/>
                    <a:pt x="3026" y="987"/>
                  </a:cubicBezTo>
                  <a:lnTo>
                    <a:pt x="2052" y="1962"/>
                  </a:lnTo>
                  <a:cubicBezTo>
                    <a:pt x="1834" y="1770"/>
                    <a:pt x="1552" y="1649"/>
                    <a:pt x="1238" y="1649"/>
                  </a:cubicBezTo>
                  <a:cubicBezTo>
                    <a:pt x="555" y="1649"/>
                    <a:pt x="1" y="2204"/>
                    <a:pt x="1" y="2887"/>
                  </a:cubicBezTo>
                  <a:cubicBezTo>
                    <a:pt x="1" y="3570"/>
                    <a:pt x="555" y="4124"/>
                    <a:pt x="1238" y="4124"/>
                  </a:cubicBezTo>
                  <a:cubicBezTo>
                    <a:pt x="1922" y="4124"/>
                    <a:pt x="2475" y="3570"/>
                    <a:pt x="2475" y="2887"/>
                  </a:cubicBezTo>
                  <a:cubicBezTo>
                    <a:pt x="2475" y="2628"/>
                    <a:pt x="2396" y="2388"/>
                    <a:pt x="2259" y="2190"/>
                  </a:cubicBezTo>
                  <a:lnTo>
                    <a:pt x="3198" y="1250"/>
                  </a:lnTo>
                  <a:lnTo>
                    <a:pt x="8243" y="1250"/>
                  </a:lnTo>
                  <a:lnTo>
                    <a:pt x="9411" y="2418"/>
                  </a:lnTo>
                  <a:cubicBezTo>
                    <a:pt x="9439" y="2447"/>
                    <a:pt x="9478" y="2463"/>
                    <a:pt x="9520" y="2463"/>
                  </a:cubicBezTo>
                  <a:lnTo>
                    <a:pt x="14110" y="2463"/>
                  </a:lnTo>
                  <a:cubicBezTo>
                    <a:pt x="14150" y="2463"/>
                    <a:pt x="14189" y="2447"/>
                    <a:pt x="14219" y="2418"/>
                  </a:cubicBezTo>
                  <a:lnTo>
                    <a:pt x="16374" y="263"/>
                  </a:lnTo>
                  <a:cubicBezTo>
                    <a:pt x="16434" y="202"/>
                    <a:pt x="16434" y="105"/>
                    <a:pt x="16374" y="45"/>
                  </a:cubicBezTo>
                  <a:cubicBezTo>
                    <a:pt x="16344" y="16"/>
                    <a:pt x="16304" y="1"/>
                    <a:pt x="16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8"/>
            <p:cNvSpPr/>
            <p:nvPr/>
          </p:nvSpPr>
          <p:spPr>
            <a:xfrm rot="-5400000">
              <a:off x="1241670" y="666351"/>
              <a:ext cx="52725" cy="52826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1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4"/>
                    <a:pt x="521" y="1044"/>
                  </a:cubicBezTo>
                  <a:cubicBezTo>
                    <a:pt x="809" y="1044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8"/>
            <p:cNvSpPr/>
            <p:nvPr/>
          </p:nvSpPr>
          <p:spPr>
            <a:xfrm rot="-5400000">
              <a:off x="1834961" y="776609"/>
              <a:ext cx="54901" cy="54901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4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1"/>
                    <a:pt x="244" y="1085"/>
                    <a:pt x="544" y="1085"/>
                  </a:cubicBezTo>
                  <a:cubicBezTo>
                    <a:pt x="843" y="1085"/>
                    <a:pt x="1085" y="841"/>
                    <a:pt x="1085" y="542"/>
                  </a:cubicBezTo>
                  <a:cubicBezTo>
                    <a:pt x="1085" y="243"/>
                    <a:pt x="843" y="1"/>
                    <a:pt x="5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8"/>
            <p:cNvSpPr/>
            <p:nvPr/>
          </p:nvSpPr>
          <p:spPr>
            <a:xfrm rot="-5400000">
              <a:off x="1749345" y="690942"/>
              <a:ext cx="54901" cy="54901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0"/>
                  </a:moveTo>
                  <a:cubicBezTo>
                    <a:pt x="243" y="0"/>
                    <a:pt x="1" y="242"/>
                    <a:pt x="1" y="541"/>
                  </a:cubicBezTo>
                  <a:cubicBezTo>
                    <a:pt x="1" y="841"/>
                    <a:pt x="243" y="1084"/>
                    <a:pt x="543" y="1084"/>
                  </a:cubicBezTo>
                  <a:cubicBezTo>
                    <a:pt x="842" y="1084"/>
                    <a:pt x="1085" y="841"/>
                    <a:pt x="1085" y="541"/>
                  </a:cubicBezTo>
                  <a:cubicBezTo>
                    <a:pt x="1085" y="242"/>
                    <a:pt x="842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8"/>
            <p:cNvSpPr/>
            <p:nvPr/>
          </p:nvSpPr>
          <p:spPr>
            <a:xfrm rot="-5400000">
              <a:off x="1661249" y="602898"/>
              <a:ext cx="54901" cy="54901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2"/>
                  </a:cubicBezTo>
                  <a:cubicBezTo>
                    <a:pt x="1" y="843"/>
                    <a:pt x="243" y="1085"/>
                    <a:pt x="542" y="1085"/>
                  </a:cubicBezTo>
                  <a:cubicBezTo>
                    <a:pt x="843" y="1085"/>
                    <a:pt x="1085" y="843"/>
                    <a:pt x="1085" y="542"/>
                  </a:cubicBezTo>
                  <a:cubicBezTo>
                    <a:pt x="1085" y="243"/>
                    <a:pt x="843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8"/>
            <p:cNvSpPr/>
            <p:nvPr/>
          </p:nvSpPr>
          <p:spPr>
            <a:xfrm rot="-5400000">
              <a:off x="3792864" y="653435"/>
              <a:ext cx="79240" cy="79290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3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1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8"/>
            <p:cNvSpPr/>
            <p:nvPr/>
          </p:nvSpPr>
          <p:spPr>
            <a:xfrm rot="-5400000">
              <a:off x="3716635" y="577207"/>
              <a:ext cx="231697" cy="231697"/>
            </a:xfrm>
            <a:custGeom>
              <a:avLst/>
              <a:gdLst/>
              <a:ahLst/>
              <a:cxnLst/>
              <a:rect l="l" t="t" r="r" b="b"/>
              <a:pathLst>
                <a:path w="4579" h="4579" extrusionOk="0">
                  <a:moveTo>
                    <a:pt x="2289" y="154"/>
                  </a:moveTo>
                  <a:cubicBezTo>
                    <a:pt x="3466" y="154"/>
                    <a:pt x="4425" y="1111"/>
                    <a:pt x="4425" y="2289"/>
                  </a:cubicBezTo>
                  <a:cubicBezTo>
                    <a:pt x="4425" y="3468"/>
                    <a:pt x="3466" y="4425"/>
                    <a:pt x="2289" y="4425"/>
                  </a:cubicBezTo>
                  <a:cubicBezTo>
                    <a:pt x="1112" y="4425"/>
                    <a:pt x="154" y="3466"/>
                    <a:pt x="154" y="2289"/>
                  </a:cubicBezTo>
                  <a:cubicBezTo>
                    <a:pt x="154" y="1111"/>
                    <a:pt x="1112" y="154"/>
                    <a:pt x="2289" y="154"/>
                  </a:cubicBezTo>
                  <a:close/>
                  <a:moveTo>
                    <a:pt x="2289" y="0"/>
                  </a:moveTo>
                  <a:cubicBezTo>
                    <a:pt x="1026" y="0"/>
                    <a:pt x="0" y="1027"/>
                    <a:pt x="0" y="2289"/>
                  </a:cubicBezTo>
                  <a:cubicBezTo>
                    <a:pt x="0" y="3551"/>
                    <a:pt x="1026" y="4579"/>
                    <a:pt x="2289" y="4579"/>
                  </a:cubicBezTo>
                  <a:cubicBezTo>
                    <a:pt x="3552" y="4579"/>
                    <a:pt x="4579" y="3551"/>
                    <a:pt x="4579" y="2289"/>
                  </a:cubicBezTo>
                  <a:cubicBezTo>
                    <a:pt x="4579" y="1027"/>
                    <a:pt x="3552" y="0"/>
                    <a:pt x="2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8"/>
            <p:cNvSpPr/>
            <p:nvPr/>
          </p:nvSpPr>
          <p:spPr>
            <a:xfrm rot="-5400000">
              <a:off x="853791" y="565581"/>
              <a:ext cx="79240" cy="79290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1"/>
                  </a:moveTo>
                  <a:cubicBezTo>
                    <a:pt x="350" y="1"/>
                    <a:pt x="0" y="352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6" y="1567"/>
                    <a:pt x="1565" y="1216"/>
                    <a:pt x="1565" y="784"/>
                  </a:cubicBezTo>
                  <a:cubicBezTo>
                    <a:pt x="1565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8"/>
            <p:cNvSpPr/>
            <p:nvPr/>
          </p:nvSpPr>
          <p:spPr>
            <a:xfrm rot="-5400000">
              <a:off x="777587" y="489327"/>
              <a:ext cx="231697" cy="231748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89" y="154"/>
                  </a:moveTo>
                  <a:cubicBezTo>
                    <a:pt x="3466" y="154"/>
                    <a:pt x="4425" y="1112"/>
                    <a:pt x="4425" y="2290"/>
                  </a:cubicBezTo>
                  <a:cubicBezTo>
                    <a:pt x="4425" y="3468"/>
                    <a:pt x="3466" y="4425"/>
                    <a:pt x="2289" y="4425"/>
                  </a:cubicBezTo>
                  <a:cubicBezTo>
                    <a:pt x="1111" y="4425"/>
                    <a:pt x="154" y="3468"/>
                    <a:pt x="154" y="2290"/>
                  </a:cubicBezTo>
                  <a:cubicBezTo>
                    <a:pt x="154" y="1113"/>
                    <a:pt x="1111" y="154"/>
                    <a:pt x="2289" y="154"/>
                  </a:cubicBezTo>
                  <a:close/>
                  <a:moveTo>
                    <a:pt x="2289" y="0"/>
                  </a:moveTo>
                  <a:cubicBezTo>
                    <a:pt x="1026" y="0"/>
                    <a:pt x="0" y="1028"/>
                    <a:pt x="0" y="2290"/>
                  </a:cubicBezTo>
                  <a:cubicBezTo>
                    <a:pt x="0" y="3552"/>
                    <a:pt x="1026" y="4579"/>
                    <a:pt x="2289" y="4579"/>
                  </a:cubicBezTo>
                  <a:cubicBezTo>
                    <a:pt x="3551" y="4579"/>
                    <a:pt x="4579" y="3552"/>
                    <a:pt x="4579" y="2290"/>
                  </a:cubicBezTo>
                  <a:cubicBezTo>
                    <a:pt x="4579" y="1028"/>
                    <a:pt x="3551" y="0"/>
                    <a:pt x="2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4" name="Google Shape;1924;p38"/>
          <p:cNvGrpSpPr/>
          <p:nvPr/>
        </p:nvGrpSpPr>
        <p:grpSpPr>
          <a:xfrm>
            <a:off x="5312917" y="3045099"/>
            <a:ext cx="3288108" cy="2164123"/>
            <a:chOff x="5312917" y="3045099"/>
            <a:chExt cx="3288108" cy="2164123"/>
          </a:xfrm>
        </p:grpSpPr>
        <p:sp>
          <p:nvSpPr>
            <p:cNvPr id="1925" name="Google Shape;1925;p38"/>
            <p:cNvSpPr/>
            <p:nvPr/>
          </p:nvSpPr>
          <p:spPr>
            <a:xfrm>
              <a:off x="6484616" y="4292587"/>
              <a:ext cx="554005" cy="916586"/>
            </a:xfrm>
            <a:custGeom>
              <a:avLst/>
              <a:gdLst/>
              <a:ahLst/>
              <a:cxnLst/>
              <a:rect l="l" t="t" r="r" b="b"/>
              <a:pathLst>
                <a:path w="10714" h="17726" extrusionOk="0">
                  <a:moveTo>
                    <a:pt x="1237" y="0"/>
                  </a:moveTo>
                  <a:cubicBezTo>
                    <a:pt x="553" y="0"/>
                    <a:pt x="0" y="553"/>
                    <a:pt x="0" y="1237"/>
                  </a:cubicBezTo>
                  <a:cubicBezTo>
                    <a:pt x="0" y="1920"/>
                    <a:pt x="553" y="2474"/>
                    <a:pt x="1237" y="2474"/>
                  </a:cubicBezTo>
                  <a:cubicBezTo>
                    <a:pt x="1539" y="2474"/>
                    <a:pt x="1813" y="2362"/>
                    <a:pt x="2026" y="2182"/>
                  </a:cubicBezTo>
                  <a:lnTo>
                    <a:pt x="5616" y="5771"/>
                  </a:lnTo>
                  <a:lnTo>
                    <a:pt x="5616" y="12797"/>
                  </a:lnTo>
                  <a:cubicBezTo>
                    <a:pt x="5616" y="12839"/>
                    <a:pt x="5632" y="12878"/>
                    <a:pt x="5662" y="12906"/>
                  </a:cubicBezTo>
                  <a:cubicBezTo>
                    <a:pt x="5662" y="12906"/>
                    <a:pt x="10291" y="17537"/>
                    <a:pt x="10437" y="17681"/>
                  </a:cubicBezTo>
                  <a:cubicBezTo>
                    <a:pt x="10466" y="17711"/>
                    <a:pt x="10505" y="17726"/>
                    <a:pt x="10544" y="17726"/>
                  </a:cubicBezTo>
                  <a:cubicBezTo>
                    <a:pt x="10584" y="17726"/>
                    <a:pt x="10623" y="17710"/>
                    <a:pt x="10654" y="17681"/>
                  </a:cubicBezTo>
                  <a:cubicBezTo>
                    <a:pt x="10713" y="17620"/>
                    <a:pt x="10713" y="17524"/>
                    <a:pt x="10653" y="17463"/>
                  </a:cubicBezTo>
                  <a:lnTo>
                    <a:pt x="10654" y="17463"/>
                  </a:lnTo>
                  <a:cubicBezTo>
                    <a:pt x="10517" y="17327"/>
                    <a:pt x="6402" y="13211"/>
                    <a:pt x="5924" y="12733"/>
                  </a:cubicBezTo>
                  <a:lnTo>
                    <a:pt x="5924" y="5708"/>
                  </a:lnTo>
                  <a:cubicBezTo>
                    <a:pt x="5924" y="5667"/>
                    <a:pt x="5908" y="5627"/>
                    <a:pt x="5879" y="5599"/>
                  </a:cubicBezTo>
                  <a:lnTo>
                    <a:pt x="2238" y="1959"/>
                  </a:lnTo>
                  <a:cubicBezTo>
                    <a:pt x="2386" y="1754"/>
                    <a:pt x="2475" y="1507"/>
                    <a:pt x="2475" y="1237"/>
                  </a:cubicBezTo>
                  <a:cubicBezTo>
                    <a:pt x="2475" y="553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8"/>
            <p:cNvSpPr/>
            <p:nvPr/>
          </p:nvSpPr>
          <p:spPr>
            <a:xfrm>
              <a:off x="6521639" y="4329559"/>
              <a:ext cx="53932" cy="53932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0"/>
                  </a:moveTo>
                  <a:cubicBezTo>
                    <a:pt x="234" y="0"/>
                    <a:pt x="1" y="234"/>
                    <a:pt x="1" y="522"/>
                  </a:cubicBezTo>
                  <a:cubicBezTo>
                    <a:pt x="1" y="809"/>
                    <a:pt x="234" y="1043"/>
                    <a:pt x="521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4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8"/>
            <p:cNvSpPr/>
            <p:nvPr/>
          </p:nvSpPr>
          <p:spPr>
            <a:xfrm>
              <a:off x="6595480" y="4109381"/>
              <a:ext cx="1277356" cy="1062404"/>
            </a:xfrm>
            <a:custGeom>
              <a:avLst/>
              <a:gdLst/>
              <a:ahLst/>
              <a:cxnLst/>
              <a:rect l="l" t="t" r="r" b="b"/>
              <a:pathLst>
                <a:path w="24703" h="20546" extrusionOk="0">
                  <a:moveTo>
                    <a:pt x="1238" y="0"/>
                  </a:moveTo>
                  <a:cubicBezTo>
                    <a:pt x="555" y="0"/>
                    <a:pt x="1" y="553"/>
                    <a:pt x="1" y="1237"/>
                  </a:cubicBezTo>
                  <a:cubicBezTo>
                    <a:pt x="1" y="1920"/>
                    <a:pt x="555" y="2474"/>
                    <a:pt x="1238" y="2474"/>
                  </a:cubicBezTo>
                  <a:cubicBezTo>
                    <a:pt x="1922" y="2474"/>
                    <a:pt x="2415" y="1972"/>
                    <a:pt x="2466" y="1335"/>
                  </a:cubicBezTo>
                  <a:lnTo>
                    <a:pt x="11270" y="1335"/>
                  </a:lnTo>
                  <a:lnTo>
                    <a:pt x="14731" y="4796"/>
                  </a:lnTo>
                  <a:cubicBezTo>
                    <a:pt x="14759" y="4825"/>
                    <a:pt x="14798" y="4841"/>
                    <a:pt x="14839" y="4841"/>
                  </a:cubicBezTo>
                  <a:lnTo>
                    <a:pt x="19653" y="4841"/>
                  </a:lnTo>
                  <a:lnTo>
                    <a:pt x="21522" y="6710"/>
                  </a:lnTo>
                  <a:lnTo>
                    <a:pt x="21522" y="17534"/>
                  </a:lnTo>
                  <a:cubicBezTo>
                    <a:pt x="21522" y="17574"/>
                    <a:pt x="21539" y="17615"/>
                    <a:pt x="21567" y="17643"/>
                  </a:cubicBezTo>
                  <a:lnTo>
                    <a:pt x="24425" y="20500"/>
                  </a:lnTo>
                  <a:cubicBezTo>
                    <a:pt x="24455" y="20531"/>
                    <a:pt x="24494" y="20545"/>
                    <a:pt x="24533" y="20545"/>
                  </a:cubicBezTo>
                  <a:cubicBezTo>
                    <a:pt x="24573" y="20545"/>
                    <a:pt x="24612" y="20530"/>
                    <a:pt x="24642" y="20500"/>
                  </a:cubicBezTo>
                  <a:cubicBezTo>
                    <a:pt x="24702" y="20440"/>
                    <a:pt x="24702" y="20343"/>
                    <a:pt x="24642" y="20283"/>
                  </a:cubicBezTo>
                  <a:lnTo>
                    <a:pt x="21830" y="17470"/>
                  </a:lnTo>
                  <a:lnTo>
                    <a:pt x="21830" y="6646"/>
                  </a:lnTo>
                  <a:cubicBezTo>
                    <a:pt x="21830" y="6606"/>
                    <a:pt x="21814" y="6566"/>
                    <a:pt x="21785" y="6537"/>
                  </a:cubicBezTo>
                  <a:lnTo>
                    <a:pt x="19826" y="4579"/>
                  </a:lnTo>
                  <a:cubicBezTo>
                    <a:pt x="19797" y="4550"/>
                    <a:pt x="19758" y="4534"/>
                    <a:pt x="19717" y="4534"/>
                  </a:cubicBezTo>
                  <a:lnTo>
                    <a:pt x="14903" y="4534"/>
                  </a:lnTo>
                  <a:lnTo>
                    <a:pt x="11442" y="1072"/>
                  </a:lnTo>
                  <a:cubicBezTo>
                    <a:pt x="11413" y="1044"/>
                    <a:pt x="11374" y="1027"/>
                    <a:pt x="11333" y="1027"/>
                  </a:cubicBezTo>
                  <a:lnTo>
                    <a:pt x="2455" y="1027"/>
                  </a:lnTo>
                  <a:cubicBezTo>
                    <a:pt x="2354" y="445"/>
                    <a:pt x="1850" y="0"/>
                    <a:pt x="1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8"/>
            <p:cNvSpPr/>
            <p:nvPr/>
          </p:nvSpPr>
          <p:spPr>
            <a:xfrm>
              <a:off x="6632608" y="4146405"/>
              <a:ext cx="53880" cy="53880"/>
            </a:xfrm>
            <a:custGeom>
              <a:avLst/>
              <a:gdLst/>
              <a:ahLst/>
              <a:cxnLst/>
              <a:rect l="l" t="t" r="r" b="b"/>
              <a:pathLst>
                <a:path w="1042" h="1042" extrusionOk="0">
                  <a:moveTo>
                    <a:pt x="520" y="0"/>
                  </a:moveTo>
                  <a:cubicBezTo>
                    <a:pt x="233" y="0"/>
                    <a:pt x="0" y="233"/>
                    <a:pt x="0" y="521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1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8"/>
            <p:cNvSpPr/>
            <p:nvPr/>
          </p:nvSpPr>
          <p:spPr>
            <a:xfrm>
              <a:off x="7652367" y="3874672"/>
              <a:ext cx="446038" cy="1297109"/>
            </a:xfrm>
            <a:custGeom>
              <a:avLst/>
              <a:gdLst/>
              <a:ahLst/>
              <a:cxnLst/>
              <a:rect l="l" t="t" r="r" b="b"/>
              <a:pathLst>
                <a:path w="8626" h="25085" extrusionOk="0">
                  <a:moveTo>
                    <a:pt x="1237" y="1"/>
                  </a:moveTo>
                  <a:cubicBezTo>
                    <a:pt x="554" y="1"/>
                    <a:pt x="0" y="555"/>
                    <a:pt x="0" y="1238"/>
                  </a:cubicBezTo>
                  <a:cubicBezTo>
                    <a:pt x="0" y="1922"/>
                    <a:pt x="554" y="2475"/>
                    <a:pt x="1237" y="2475"/>
                  </a:cubicBezTo>
                  <a:cubicBezTo>
                    <a:pt x="1505" y="2475"/>
                    <a:pt x="1751" y="2389"/>
                    <a:pt x="1953" y="2243"/>
                  </a:cubicBezTo>
                  <a:lnTo>
                    <a:pt x="3697" y="3987"/>
                  </a:lnTo>
                  <a:cubicBezTo>
                    <a:pt x="3725" y="4015"/>
                    <a:pt x="3764" y="4032"/>
                    <a:pt x="3806" y="4032"/>
                  </a:cubicBezTo>
                  <a:lnTo>
                    <a:pt x="8318" y="4032"/>
                  </a:lnTo>
                  <a:lnTo>
                    <a:pt x="8318" y="8698"/>
                  </a:lnTo>
                  <a:lnTo>
                    <a:pt x="5868" y="11149"/>
                  </a:lnTo>
                  <a:cubicBezTo>
                    <a:pt x="5838" y="11178"/>
                    <a:pt x="5823" y="11217"/>
                    <a:pt x="5823" y="11257"/>
                  </a:cubicBezTo>
                  <a:lnTo>
                    <a:pt x="5823" y="24930"/>
                  </a:lnTo>
                  <a:cubicBezTo>
                    <a:pt x="5823" y="25016"/>
                    <a:pt x="5891" y="25084"/>
                    <a:pt x="5975" y="25084"/>
                  </a:cubicBezTo>
                  <a:cubicBezTo>
                    <a:pt x="6060" y="25084"/>
                    <a:pt x="6129" y="25016"/>
                    <a:pt x="6129" y="24930"/>
                  </a:cubicBezTo>
                  <a:lnTo>
                    <a:pt x="6129" y="11321"/>
                  </a:lnTo>
                  <a:lnTo>
                    <a:pt x="8581" y="8871"/>
                  </a:lnTo>
                  <a:cubicBezTo>
                    <a:pt x="8609" y="8842"/>
                    <a:pt x="8626" y="8803"/>
                    <a:pt x="8626" y="8762"/>
                  </a:cubicBezTo>
                  <a:lnTo>
                    <a:pt x="8626" y="3878"/>
                  </a:lnTo>
                  <a:cubicBezTo>
                    <a:pt x="8626" y="3793"/>
                    <a:pt x="8557" y="3724"/>
                    <a:pt x="8472" y="3724"/>
                  </a:cubicBezTo>
                  <a:lnTo>
                    <a:pt x="3870" y="3724"/>
                  </a:lnTo>
                  <a:lnTo>
                    <a:pt x="2178" y="2033"/>
                  </a:lnTo>
                  <a:cubicBezTo>
                    <a:pt x="2360" y="1818"/>
                    <a:pt x="2475" y="1542"/>
                    <a:pt x="2475" y="1238"/>
                  </a:cubicBezTo>
                  <a:cubicBezTo>
                    <a:pt x="2475" y="555"/>
                    <a:pt x="1920" y="1"/>
                    <a:pt x="12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8"/>
            <p:cNvSpPr/>
            <p:nvPr/>
          </p:nvSpPr>
          <p:spPr>
            <a:xfrm>
              <a:off x="7689391" y="3911748"/>
              <a:ext cx="53932" cy="53880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8"/>
            <p:cNvSpPr/>
            <p:nvPr/>
          </p:nvSpPr>
          <p:spPr>
            <a:xfrm>
              <a:off x="7484157" y="3118888"/>
              <a:ext cx="1031999" cy="2052881"/>
            </a:xfrm>
            <a:custGeom>
              <a:avLst/>
              <a:gdLst/>
              <a:ahLst/>
              <a:cxnLst/>
              <a:rect l="l" t="t" r="r" b="b"/>
              <a:pathLst>
                <a:path w="19958" h="39701" extrusionOk="0">
                  <a:moveTo>
                    <a:pt x="1238" y="0"/>
                  </a:moveTo>
                  <a:cubicBezTo>
                    <a:pt x="554" y="0"/>
                    <a:pt x="0" y="553"/>
                    <a:pt x="0" y="1237"/>
                  </a:cubicBezTo>
                  <a:cubicBezTo>
                    <a:pt x="0" y="1920"/>
                    <a:pt x="554" y="2474"/>
                    <a:pt x="1238" y="2474"/>
                  </a:cubicBezTo>
                  <a:cubicBezTo>
                    <a:pt x="1524" y="2474"/>
                    <a:pt x="1784" y="2373"/>
                    <a:pt x="1993" y="2210"/>
                  </a:cubicBezTo>
                  <a:lnTo>
                    <a:pt x="4924" y="5141"/>
                  </a:lnTo>
                  <a:cubicBezTo>
                    <a:pt x="4953" y="5170"/>
                    <a:pt x="4992" y="5186"/>
                    <a:pt x="5033" y="5186"/>
                  </a:cubicBezTo>
                  <a:lnTo>
                    <a:pt x="16261" y="5186"/>
                  </a:lnTo>
                  <a:lnTo>
                    <a:pt x="19650" y="8574"/>
                  </a:lnTo>
                  <a:lnTo>
                    <a:pt x="19650" y="12148"/>
                  </a:lnTo>
                  <a:lnTo>
                    <a:pt x="16379" y="15419"/>
                  </a:lnTo>
                  <a:cubicBezTo>
                    <a:pt x="16351" y="15449"/>
                    <a:pt x="16334" y="15488"/>
                    <a:pt x="16334" y="15528"/>
                  </a:cubicBezTo>
                  <a:lnTo>
                    <a:pt x="16334" y="28800"/>
                  </a:lnTo>
                  <a:lnTo>
                    <a:pt x="13172" y="31963"/>
                  </a:lnTo>
                  <a:cubicBezTo>
                    <a:pt x="13142" y="31991"/>
                    <a:pt x="13127" y="32030"/>
                    <a:pt x="13127" y="32072"/>
                  </a:cubicBezTo>
                  <a:lnTo>
                    <a:pt x="13127" y="39546"/>
                  </a:lnTo>
                  <a:cubicBezTo>
                    <a:pt x="13127" y="39632"/>
                    <a:pt x="13196" y="39700"/>
                    <a:pt x="13281" y="39700"/>
                  </a:cubicBezTo>
                  <a:cubicBezTo>
                    <a:pt x="13365" y="39700"/>
                    <a:pt x="13434" y="39632"/>
                    <a:pt x="13434" y="39546"/>
                  </a:cubicBezTo>
                  <a:lnTo>
                    <a:pt x="13434" y="32135"/>
                  </a:lnTo>
                  <a:lnTo>
                    <a:pt x="16597" y="28973"/>
                  </a:lnTo>
                  <a:cubicBezTo>
                    <a:pt x="16625" y="28943"/>
                    <a:pt x="16642" y="28904"/>
                    <a:pt x="16642" y="28864"/>
                  </a:cubicBezTo>
                  <a:lnTo>
                    <a:pt x="16642" y="15592"/>
                  </a:lnTo>
                  <a:lnTo>
                    <a:pt x="19911" y="12321"/>
                  </a:lnTo>
                  <a:cubicBezTo>
                    <a:pt x="19941" y="12292"/>
                    <a:pt x="19958" y="12253"/>
                    <a:pt x="19958" y="12212"/>
                  </a:cubicBezTo>
                  <a:lnTo>
                    <a:pt x="19958" y="8511"/>
                  </a:lnTo>
                  <a:cubicBezTo>
                    <a:pt x="19958" y="8470"/>
                    <a:pt x="19941" y="8430"/>
                    <a:pt x="19911" y="8402"/>
                  </a:cubicBezTo>
                  <a:lnTo>
                    <a:pt x="19913" y="8402"/>
                  </a:lnTo>
                  <a:lnTo>
                    <a:pt x="16434" y="4924"/>
                  </a:lnTo>
                  <a:cubicBezTo>
                    <a:pt x="16405" y="4894"/>
                    <a:pt x="16366" y="4879"/>
                    <a:pt x="16325" y="4879"/>
                  </a:cubicBezTo>
                  <a:lnTo>
                    <a:pt x="5096" y="4879"/>
                  </a:lnTo>
                  <a:lnTo>
                    <a:pt x="2211" y="1993"/>
                  </a:lnTo>
                  <a:cubicBezTo>
                    <a:pt x="2374" y="1783"/>
                    <a:pt x="2474" y="1523"/>
                    <a:pt x="2474" y="1237"/>
                  </a:cubicBezTo>
                  <a:cubicBezTo>
                    <a:pt x="2474" y="553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8"/>
            <p:cNvSpPr/>
            <p:nvPr/>
          </p:nvSpPr>
          <p:spPr>
            <a:xfrm>
              <a:off x="7521181" y="3155912"/>
              <a:ext cx="53984" cy="53932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1"/>
                  </a:moveTo>
                  <a:cubicBezTo>
                    <a:pt x="235" y="1"/>
                    <a:pt x="0" y="233"/>
                    <a:pt x="0" y="521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3" y="809"/>
                    <a:pt x="1043" y="521"/>
                  </a:cubicBezTo>
                  <a:cubicBezTo>
                    <a:pt x="1043" y="233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8"/>
            <p:cNvSpPr/>
            <p:nvPr/>
          </p:nvSpPr>
          <p:spPr>
            <a:xfrm>
              <a:off x="8547042" y="3045099"/>
              <a:ext cx="53984" cy="53880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0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0"/>
                  </a:cubicBezTo>
                  <a:cubicBezTo>
                    <a:pt x="1043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8"/>
            <p:cNvSpPr/>
            <p:nvPr/>
          </p:nvSpPr>
          <p:spPr>
            <a:xfrm>
              <a:off x="8256487" y="3771357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3" y="1085"/>
                    <a:pt x="1085" y="842"/>
                    <a:pt x="1085" y="543"/>
                  </a:cubicBezTo>
                  <a:cubicBezTo>
                    <a:pt x="1085" y="243"/>
                    <a:pt x="843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8"/>
            <p:cNvSpPr/>
            <p:nvPr/>
          </p:nvSpPr>
          <p:spPr>
            <a:xfrm>
              <a:off x="8168943" y="3683813"/>
              <a:ext cx="56155" cy="56104"/>
            </a:xfrm>
            <a:custGeom>
              <a:avLst/>
              <a:gdLst/>
              <a:ahLst/>
              <a:cxnLst/>
              <a:rect l="l" t="t" r="r" b="b"/>
              <a:pathLst>
                <a:path w="1086" h="1085" extrusionOk="0">
                  <a:moveTo>
                    <a:pt x="544" y="1"/>
                  </a:moveTo>
                  <a:cubicBezTo>
                    <a:pt x="243" y="1"/>
                    <a:pt x="1" y="244"/>
                    <a:pt x="1" y="543"/>
                  </a:cubicBezTo>
                  <a:cubicBezTo>
                    <a:pt x="1" y="843"/>
                    <a:pt x="243" y="1085"/>
                    <a:pt x="544" y="1085"/>
                  </a:cubicBezTo>
                  <a:cubicBezTo>
                    <a:pt x="843" y="1085"/>
                    <a:pt x="1085" y="843"/>
                    <a:pt x="1085" y="543"/>
                  </a:cubicBezTo>
                  <a:cubicBezTo>
                    <a:pt x="1085" y="244"/>
                    <a:pt x="843" y="1"/>
                    <a:pt x="5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8"/>
            <p:cNvSpPr/>
            <p:nvPr/>
          </p:nvSpPr>
          <p:spPr>
            <a:xfrm>
              <a:off x="8078969" y="3593839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4"/>
                    <a:pt x="1" y="543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3" y="1085"/>
                    <a:pt x="1085" y="842"/>
                    <a:pt x="1085" y="543"/>
                  </a:cubicBezTo>
                  <a:cubicBezTo>
                    <a:pt x="1085" y="244"/>
                    <a:pt x="843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8"/>
            <p:cNvSpPr/>
            <p:nvPr/>
          </p:nvSpPr>
          <p:spPr>
            <a:xfrm>
              <a:off x="7189414" y="4627870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0"/>
                  </a:moveTo>
                  <a:cubicBezTo>
                    <a:pt x="243" y="0"/>
                    <a:pt x="1" y="243"/>
                    <a:pt x="1" y="542"/>
                  </a:cubicBezTo>
                  <a:cubicBezTo>
                    <a:pt x="1" y="842"/>
                    <a:pt x="243" y="1084"/>
                    <a:pt x="542" y="1084"/>
                  </a:cubicBezTo>
                  <a:cubicBezTo>
                    <a:pt x="841" y="1084"/>
                    <a:pt x="1085" y="842"/>
                    <a:pt x="1085" y="542"/>
                  </a:cubicBezTo>
                  <a:cubicBezTo>
                    <a:pt x="1085" y="243"/>
                    <a:pt x="841" y="0"/>
                    <a:pt x="5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8"/>
            <p:cNvSpPr/>
            <p:nvPr/>
          </p:nvSpPr>
          <p:spPr>
            <a:xfrm>
              <a:off x="7101870" y="4540326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0"/>
                  </a:moveTo>
                  <a:cubicBezTo>
                    <a:pt x="243" y="0"/>
                    <a:pt x="1" y="243"/>
                    <a:pt x="1" y="542"/>
                  </a:cubicBezTo>
                  <a:cubicBezTo>
                    <a:pt x="1" y="842"/>
                    <a:pt x="243" y="1084"/>
                    <a:pt x="542" y="1084"/>
                  </a:cubicBezTo>
                  <a:cubicBezTo>
                    <a:pt x="843" y="1084"/>
                    <a:pt x="1085" y="842"/>
                    <a:pt x="1085" y="542"/>
                  </a:cubicBezTo>
                  <a:cubicBezTo>
                    <a:pt x="1085" y="243"/>
                    <a:pt x="843" y="0"/>
                    <a:pt x="5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8"/>
            <p:cNvSpPr/>
            <p:nvPr/>
          </p:nvSpPr>
          <p:spPr>
            <a:xfrm>
              <a:off x="7011895" y="4450352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0"/>
                  </a:moveTo>
                  <a:cubicBezTo>
                    <a:pt x="243" y="0"/>
                    <a:pt x="1" y="243"/>
                    <a:pt x="1" y="543"/>
                  </a:cubicBezTo>
                  <a:cubicBezTo>
                    <a:pt x="1" y="842"/>
                    <a:pt x="243" y="1084"/>
                    <a:pt x="543" y="1084"/>
                  </a:cubicBezTo>
                  <a:cubicBezTo>
                    <a:pt x="842" y="1084"/>
                    <a:pt x="1085" y="842"/>
                    <a:pt x="1085" y="543"/>
                  </a:cubicBezTo>
                  <a:cubicBezTo>
                    <a:pt x="1085" y="243"/>
                    <a:pt x="842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8"/>
            <p:cNvSpPr/>
            <p:nvPr/>
          </p:nvSpPr>
          <p:spPr>
            <a:xfrm>
              <a:off x="6733441" y="4547204"/>
              <a:ext cx="81027" cy="81027"/>
            </a:xfrm>
            <a:custGeom>
              <a:avLst/>
              <a:gdLst/>
              <a:ahLst/>
              <a:cxnLst/>
              <a:rect l="l" t="t" r="r" b="b"/>
              <a:pathLst>
                <a:path w="1567" h="1567" extrusionOk="0">
                  <a:moveTo>
                    <a:pt x="783" y="1"/>
                  </a:moveTo>
                  <a:cubicBezTo>
                    <a:pt x="351" y="1"/>
                    <a:pt x="1" y="351"/>
                    <a:pt x="1" y="784"/>
                  </a:cubicBezTo>
                  <a:cubicBezTo>
                    <a:pt x="1" y="1216"/>
                    <a:pt x="351" y="1566"/>
                    <a:pt x="783" y="1566"/>
                  </a:cubicBezTo>
                  <a:cubicBezTo>
                    <a:pt x="1216" y="1566"/>
                    <a:pt x="1566" y="1216"/>
                    <a:pt x="1566" y="784"/>
                  </a:cubicBezTo>
                  <a:cubicBezTo>
                    <a:pt x="1566" y="351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8"/>
            <p:cNvSpPr/>
            <p:nvPr/>
          </p:nvSpPr>
          <p:spPr>
            <a:xfrm>
              <a:off x="6655515" y="4469278"/>
              <a:ext cx="236825" cy="236877"/>
            </a:xfrm>
            <a:custGeom>
              <a:avLst/>
              <a:gdLst/>
              <a:ahLst/>
              <a:cxnLst/>
              <a:rect l="l" t="t" r="r" b="b"/>
              <a:pathLst>
                <a:path w="4580" h="4581" extrusionOk="0">
                  <a:moveTo>
                    <a:pt x="2290" y="156"/>
                  </a:moveTo>
                  <a:cubicBezTo>
                    <a:pt x="3468" y="156"/>
                    <a:pt x="4426" y="1113"/>
                    <a:pt x="4426" y="2291"/>
                  </a:cubicBezTo>
                  <a:cubicBezTo>
                    <a:pt x="4426" y="3468"/>
                    <a:pt x="3468" y="4427"/>
                    <a:pt x="2290" y="4427"/>
                  </a:cubicBezTo>
                  <a:cubicBezTo>
                    <a:pt x="1113" y="4427"/>
                    <a:pt x="154" y="3468"/>
                    <a:pt x="154" y="2291"/>
                  </a:cubicBezTo>
                  <a:cubicBezTo>
                    <a:pt x="154" y="1113"/>
                    <a:pt x="1113" y="156"/>
                    <a:pt x="2290" y="156"/>
                  </a:cubicBezTo>
                  <a:close/>
                  <a:moveTo>
                    <a:pt x="2290" y="1"/>
                  </a:moveTo>
                  <a:cubicBezTo>
                    <a:pt x="1028" y="1"/>
                    <a:pt x="1" y="1028"/>
                    <a:pt x="1" y="2291"/>
                  </a:cubicBezTo>
                  <a:cubicBezTo>
                    <a:pt x="1" y="3553"/>
                    <a:pt x="1028" y="4580"/>
                    <a:pt x="2290" y="4580"/>
                  </a:cubicBezTo>
                  <a:cubicBezTo>
                    <a:pt x="3553" y="4580"/>
                    <a:pt x="4579" y="3553"/>
                    <a:pt x="4579" y="2291"/>
                  </a:cubicBezTo>
                  <a:cubicBezTo>
                    <a:pt x="4579" y="1028"/>
                    <a:pt x="3553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8"/>
            <p:cNvSpPr/>
            <p:nvPr/>
          </p:nvSpPr>
          <p:spPr>
            <a:xfrm>
              <a:off x="7202651" y="4863251"/>
              <a:ext cx="80976" cy="81027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6"/>
                    <a:pt x="350" y="1566"/>
                    <a:pt x="783" y="1566"/>
                  </a:cubicBezTo>
                  <a:cubicBezTo>
                    <a:pt x="1215" y="1566"/>
                    <a:pt x="1565" y="1216"/>
                    <a:pt x="1565" y="783"/>
                  </a:cubicBezTo>
                  <a:cubicBezTo>
                    <a:pt x="1565" y="351"/>
                    <a:pt x="1215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8"/>
            <p:cNvSpPr/>
            <p:nvPr/>
          </p:nvSpPr>
          <p:spPr>
            <a:xfrm>
              <a:off x="7924100" y="4417982"/>
              <a:ext cx="81027" cy="81079"/>
            </a:xfrm>
            <a:custGeom>
              <a:avLst/>
              <a:gdLst/>
              <a:ahLst/>
              <a:cxnLst/>
              <a:rect l="l" t="t" r="r" b="b"/>
              <a:pathLst>
                <a:path w="1567" h="1568" extrusionOk="0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8"/>
            <p:cNvSpPr/>
            <p:nvPr/>
          </p:nvSpPr>
          <p:spPr>
            <a:xfrm>
              <a:off x="7846225" y="4340108"/>
              <a:ext cx="236773" cy="236825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3" y="4426"/>
                    <a:pt x="154" y="3468"/>
                    <a:pt x="154" y="2291"/>
                  </a:cubicBezTo>
                  <a:cubicBezTo>
                    <a:pt x="154" y="1112"/>
                    <a:pt x="1113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3"/>
                    <a:pt x="1027" y="4579"/>
                    <a:pt x="2290" y="4579"/>
                  </a:cubicBezTo>
                  <a:cubicBezTo>
                    <a:pt x="3553" y="4579"/>
                    <a:pt x="4579" y="3553"/>
                    <a:pt x="4579" y="2291"/>
                  </a:cubicBezTo>
                  <a:cubicBezTo>
                    <a:pt x="4579" y="1028"/>
                    <a:pt x="3553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8"/>
            <p:cNvSpPr/>
            <p:nvPr/>
          </p:nvSpPr>
          <p:spPr>
            <a:xfrm>
              <a:off x="8284979" y="3337722"/>
              <a:ext cx="81079" cy="81027"/>
            </a:xfrm>
            <a:custGeom>
              <a:avLst/>
              <a:gdLst/>
              <a:ahLst/>
              <a:cxnLst/>
              <a:rect l="l" t="t" r="r" b="b"/>
              <a:pathLst>
                <a:path w="1568" h="1567" extrusionOk="0">
                  <a:moveTo>
                    <a:pt x="783" y="0"/>
                  </a:moveTo>
                  <a:cubicBezTo>
                    <a:pt x="352" y="0"/>
                    <a:pt x="1" y="351"/>
                    <a:pt x="1" y="783"/>
                  </a:cubicBezTo>
                  <a:cubicBezTo>
                    <a:pt x="1" y="1216"/>
                    <a:pt x="352" y="1567"/>
                    <a:pt x="783" y="1567"/>
                  </a:cubicBezTo>
                  <a:cubicBezTo>
                    <a:pt x="1216" y="1567"/>
                    <a:pt x="1567" y="1216"/>
                    <a:pt x="1567" y="783"/>
                  </a:cubicBezTo>
                  <a:cubicBezTo>
                    <a:pt x="1567" y="351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8"/>
            <p:cNvSpPr/>
            <p:nvPr/>
          </p:nvSpPr>
          <p:spPr>
            <a:xfrm>
              <a:off x="8207105" y="3259848"/>
              <a:ext cx="236825" cy="23677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1" y="154"/>
                  </a:moveTo>
                  <a:cubicBezTo>
                    <a:pt x="3468" y="154"/>
                    <a:pt x="4426" y="1111"/>
                    <a:pt x="4426" y="2289"/>
                  </a:cubicBezTo>
                  <a:cubicBezTo>
                    <a:pt x="4426" y="3468"/>
                    <a:pt x="3468" y="4425"/>
                    <a:pt x="2291" y="4425"/>
                  </a:cubicBezTo>
                  <a:cubicBezTo>
                    <a:pt x="1112" y="4425"/>
                    <a:pt x="154" y="3468"/>
                    <a:pt x="154" y="2289"/>
                  </a:cubicBezTo>
                  <a:cubicBezTo>
                    <a:pt x="154" y="1111"/>
                    <a:pt x="1112" y="154"/>
                    <a:pt x="2291" y="154"/>
                  </a:cubicBezTo>
                  <a:close/>
                  <a:moveTo>
                    <a:pt x="2291" y="0"/>
                  </a:moveTo>
                  <a:cubicBezTo>
                    <a:pt x="1028" y="0"/>
                    <a:pt x="1" y="1028"/>
                    <a:pt x="1" y="2289"/>
                  </a:cubicBezTo>
                  <a:cubicBezTo>
                    <a:pt x="1" y="3552"/>
                    <a:pt x="1028" y="4579"/>
                    <a:pt x="2291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0"/>
                    <a:pt x="2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8"/>
            <p:cNvSpPr/>
            <p:nvPr/>
          </p:nvSpPr>
          <p:spPr>
            <a:xfrm>
              <a:off x="7943904" y="3317038"/>
              <a:ext cx="122394" cy="122394"/>
            </a:xfrm>
            <a:custGeom>
              <a:avLst/>
              <a:gdLst/>
              <a:ahLst/>
              <a:cxnLst/>
              <a:rect l="l" t="t" r="r" b="b"/>
              <a:pathLst>
                <a:path w="2367" h="2367" extrusionOk="0">
                  <a:moveTo>
                    <a:pt x="1184" y="154"/>
                  </a:moveTo>
                  <a:cubicBezTo>
                    <a:pt x="1751" y="154"/>
                    <a:pt x="2213" y="615"/>
                    <a:pt x="2213" y="1183"/>
                  </a:cubicBezTo>
                  <a:cubicBezTo>
                    <a:pt x="2213" y="1752"/>
                    <a:pt x="1751" y="2213"/>
                    <a:pt x="1184" y="2213"/>
                  </a:cubicBezTo>
                  <a:cubicBezTo>
                    <a:pt x="616" y="2213"/>
                    <a:pt x="154" y="1752"/>
                    <a:pt x="154" y="1183"/>
                  </a:cubicBezTo>
                  <a:cubicBezTo>
                    <a:pt x="154" y="615"/>
                    <a:pt x="616" y="154"/>
                    <a:pt x="1184" y="154"/>
                  </a:cubicBezTo>
                  <a:close/>
                  <a:moveTo>
                    <a:pt x="1184" y="1"/>
                  </a:moveTo>
                  <a:cubicBezTo>
                    <a:pt x="531" y="1"/>
                    <a:pt x="0" y="530"/>
                    <a:pt x="0" y="1183"/>
                  </a:cubicBezTo>
                  <a:cubicBezTo>
                    <a:pt x="0" y="1836"/>
                    <a:pt x="531" y="2366"/>
                    <a:pt x="1184" y="2366"/>
                  </a:cubicBezTo>
                  <a:cubicBezTo>
                    <a:pt x="1836" y="2366"/>
                    <a:pt x="2367" y="1836"/>
                    <a:pt x="2367" y="1183"/>
                  </a:cubicBezTo>
                  <a:cubicBezTo>
                    <a:pt x="2367" y="530"/>
                    <a:pt x="1836" y="1"/>
                    <a:pt x="1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8"/>
            <p:cNvSpPr/>
            <p:nvPr/>
          </p:nvSpPr>
          <p:spPr>
            <a:xfrm>
              <a:off x="5737830" y="4152868"/>
              <a:ext cx="188426" cy="1056354"/>
            </a:xfrm>
            <a:custGeom>
              <a:avLst/>
              <a:gdLst/>
              <a:ahLst/>
              <a:cxnLst/>
              <a:rect l="l" t="t" r="r" b="b"/>
              <a:pathLst>
                <a:path w="3644" h="20429" extrusionOk="0">
                  <a:moveTo>
                    <a:pt x="2406" y="1"/>
                  </a:moveTo>
                  <a:cubicBezTo>
                    <a:pt x="1723" y="1"/>
                    <a:pt x="1169" y="555"/>
                    <a:pt x="1169" y="1238"/>
                  </a:cubicBezTo>
                  <a:cubicBezTo>
                    <a:pt x="1169" y="1525"/>
                    <a:pt x="1270" y="1785"/>
                    <a:pt x="1434" y="1994"/>
                  </a:cubicBezTo>
                  <a:lnTo>
                    <a:pt x="46" y="3382"/>
                  </a:lnTo>
                  <a:cubicBezTo>
                    <a:pt x="17" y="3410"/>
                    <a:pt x="1" y="3449"/>
                    <a:pt x="1" y="3491"/>
                  </a:cubicBezTo>
                  <a:lnTo>
                    <a:pt x="1" y="13384"/>
                  </a:lnTo>
                  <a:cubicBezTo>
                    <a:pt x="1" y="13424"/>
                    <a:pt x="17" y="13463"/>
                    <a:pt x="46" y="13493"/>
                  </a:cubicBezTo>
                  <a:lnTo>
                    <a:pt x="2189" y="15636"/>
                  </a:lnTo>
                  <a:lnTo>
                    <a:pt x="2189" y="20275"/>
                  </a:lnTo>
                  <a:cubicBezTo>
                    <a:pt x="2189" y="20359"/>
                    <a:pt x="2258" y="20429"/>
                    <a:pt x="2343" y="20429"/>
                  </a:cubicBezTo>
                  <a:cubicBezTo>
                    <a:pt x="2428" y="20429"/>
                    <a:pt x="2496" y="20359"/>
                    <a:pt x="2496" y="20275"/>
                  </a:cubicBezTo>
                  <a:lnTo>
                    <a:pt x="2496" y="15572"/>
                  </a:lnTo>
                  <a:cubicBezTo>
                    <a:pt x="2496" y="15531"/>
                    <a:pt x="2480" y="15492"/>
                    <a:pt x="2451" y="15464"/>
                  </a:cubicBezTo>
                  <a:lnTo>
                    <a:pt x="308" y="13320"/>
                  </a:lnTo>
                  <a:lnTo>
                    <a:pt x="308" y="3554"/>
                  </a:lnTo>
                  <a:lnTo>
                    <a:pt x="1650" y="2211"/>
                  </a:lnTo>
                  <a:lnTo>
                    <a:pt x="1651" y="2211"/>
                  </a:lnTo>
                  <a:cubicBezTo>
                    <a:pt x="1860" y="2375"/>
                    <a:pt x="2120" y="2476"/>
                    <a:pt x="2406" y="2476"/>
                  </a:cubicBezTo>
                  <a:cubicBezTo>
                    <a:pt x="3090" y="2476"/>
                    <a:pt x="3643" y="1922"/>
                    <a:pt x="3643" y="1238"/>
                  </a:cubicBezTo>
                  <a:cubicBezTo>
                    <a:pt x="3643" y="555"/>
                    <a:pt x="3090" y="1"/>
                    <a:pt x="2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8"/>
            <p:cNvSpPr/>
            <p:nvPr/>
          </p:nvSpPr>
          <p:spPr>
            <a:xfrm>
              <a:off x="5835302" y="4189944"/>
              <a:ext cx="53932" cy="53932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0"/>
                  </a:moveTo>
                  <a:cubicBezTo>
                    <a:pt x="233" y="0"/>
                    <a:pt x="0" y="234"/>
                    <a:pt x="0" y="521"/>
                  </a:cubicBezTo>
                  <a:cubicBezTo>
                    <a:pt x="0" y="809"/>
                    <a:pt x="233" y="1043"/>
                    <a:pt x="521" y="1043"/>
                  </a:cubicBezTo>
                  <a:cubicBezTo>
                    <a:pt x="809" y="1043"/>
                    <a:pt x="1043" y="809"/>
                    <a:pt x="1043" y="521"/>
                  </a:cubicBezTo>
                  <a:cubicBezTo>
                    <a:pt x="1043" y="234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8"/>
            <p:cNvSpPr/>
            <p:nvPr/>
          </p:nvSpPr>
          <p:spPr>
            <a:xfrm>
              <a:off x="5925793" y="4025353"/>
              <a:ext cx="484354" cy="1183815"/>
            </a:xfrm>
            <a:custGeom>
              <a:avLst/>
              <a:gdLst/>
              <a:ahLst/>
              <a:cxnLst/>
              <a:rect l="l" t="t" r="r" b="b"/>
              <a:pathLst>
                <a:path w="9367" h="22894" extrusionOk="0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8"/>
            <p:cNvSpPr/>
            <p:nvPr/>
          </p:nvSpPr>
          <p:spPr>
            <a:xfrm>
              <a:off x="5996893" y="4062429"/>
              <a:ext cx="53984" cy="53880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8"/>
            <p:cNvSpPr/>
            <p:nvPr/>
          </p:nvSpPr>
          <p:spPr>
            <a:xfrm>
              <a:off x="5576031" y="4457126"/>
              <a:ext cx="138372" cy="752049"/>
            </a:xfrm>
            <a:custGeom>
              <a:avLst/>
              <a:gdLst/>
              <a:ahLst/>
              <a:cxnLst/>
              <a:rect l="l" t="t" r="r" b="b"/>
              <a:pathLst>
                <a:path w="2676" h="14544" extrusionOk="0">
                  <a:moveTo>
                    <a:pt x="1438" y="0"/>
                  </a:moveTo>
                  <a:cubicBezTo>
                    <a:pt x="755" y="0"/>
                    <a:pt x="200" y="555"/>
                    <a:pt x="200" y="1238"/>
                  </a:cubicBezTo>
                  <a:cubicBezTo>
                    <a:pt x="200" y="1525"/>
                    <a:pt x="302" y="1786"/>
                    <a:pt x="466" y="1996"/>
                  </a:cubicBezTo>
                  <a:lnTo>
                    <a:pt x="45" y="2417"/>
                  </a:lnTo>
                  <a:cubicBezTo>
                    <a:pt x="17" y="2445"/>
                    <a:pt x="1" y="2484"/>
                    <a:pt x="1" y="2526"/>
                  </a:cubicBezTo>
                  <a:lnTo>
                    <a:pt x="1" y="8856"/>
                  </a:lnTo>
                  <a:cubicBezTo>
                    <a:pt x="1" y="8896"/>
                    <a:pt x="17" y="8935"/>
                    <a:pt x="45" y="8965"/>
                  </a:cubicBezTo>
                  <a:lnTo>
                    <a:pt x="1990" y="10908"/>
                  </a:lnTo>
                  <a:lnTo>
                    <a:pt x="1990" y="14390"/>
                  </a:lnTo>
                  <a:cubicBezTo>
                    <a:pt x="1990" y="14475"/>
                    <a:pt x="2059" y="14544"/>
                    <a:pt x="2144" y="14544"/>
                  </a:cubicBezTo>
                  <a:cubicBezTo>
                    <a:pt x="2229" y="14544"/>
                    <a:pt x="2297" y="14475"/>
                    <a:pt x="2297" y="14390"/>
                  </a:cubicBezTo>
                  <a:lnTo>
                    <a:pt x="2297" y="10846"/>
                  </a:lnTo>
                  <a:cubicBezTo>
                    <a:pt x="2297" y="10804"/>
                    <a:pt x="2281" y="10765"/>
                    <a:pt x="2253" y="10737"/>
                  </a:cubicBezTo>
                  <a:lnTo>
                    <a:pt x="308" y="8792"/>
                  </a:lnTo>
                  <a:lnTo>
                    <a:pt x="308" y="2589"/>
                  </a:lnTo>
                  <a:lnTo>
                    <a:pt x="684" y="2213"/>
                  </a:lnTo>
                  <a:lnTo>
                    <a:pt x="685" y="2213"/>
                  </a:lnTo>
                  <a:cubicBezTo>
                    <a:pt x="894" y="2375"/>
                    <a:pt x="1153" y="2475"/>
                    <a:pt x="1438" y="2475"/>
                  </a:cubicBezTo>
                  <a:cubicBezTo>
                    <a:pt x="2121" y="2475"/>
                    <a:pt x="2676" y="1921"/>
                    <a:pt x="2676" y="1238"/>
                  </a:cubicBezTo>
                  <a:cubicBezTo>
                    <a:pt x="2676" y="555"/>
                    <a:pt x="2121" y="0"/>
                    <a:pt x="1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8"/>
            <p:cNvSpPr/>
            <p:nvPr/>
          </p:nvSpPr>
          <p:spPr>
            <a:xfrm>
              <a:off x="5623397" y="4494150"/>
              <a:ext cx="53984" cy="53984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5" y="1"/>
                    <a:pt x="1" y="234"/>
                    <a:pt x="1" y="522"/>
                  </a:cubicBezTo>
                  <a:cubicBezTo>
                    <a:pt x="1" y="809"/>
                    <a:pt x="235" y="1044"/>
                    <a:pt x="522" y="1044"/>
                  </a:cubicBezTo>
                  <a:cubicBezTo>
                    <a:pt x="809" y="1044"/>
                    <a:pt x="1043" y="809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8"/>
            <p:cNvSpPr/>
            <p:nvPr/>
          </p:nvSpPr>
          <p:spPr>
            <a:xfrm>
              <a:off x="6361134" y="4534018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0" y="243"/>
                    <a:pt x="0" y="542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2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8"/>
            <p:cNvSpPr/>
            <p:nvPr/>
          </p:nvSpPr>
          <p:spPr>
            <a:xfrm>
              <a:off x="6273642" y="4446474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5" y="842"/>
                    <a:pt x="1085" y="543"/>
                  </a:cubicBezTo>
                  <a:cubicBezTo>
                    <a:pt x="1085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8"/>
            <p:cNvSpPr/>
            <p:nvPr/>
          </p:nvSpPr>
          <p:spPr>
            <a:xfrm>
              <a:off x="6183667" y="4356500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4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8"/>
            <p:cNvSpPr/>
            <p:nvPr/>
          </p:nvSpPr>
          <p:spPr>
            <a:xfrm>
              <a:off x="5893320" y="4690956"/>
              <a:ext cx="80976" cy="81027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8"/>
            <p:cNvSpPr/>
            <p:nvPr/>
          </p:nvSpPr>
          <p:spPr>
            <a:xfrm>
              <a:off x="5815394" y="4613081"/>
              <a:ext cx="236825" cy="23677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8"/>
            <p:cNvSpPr/>
            <p:nvPr/>
          </p:nvSpPr>
          <p:spPr>
            <a:xfrm rot="-5400000">
              <a:off x="5312917" y="4315298"/>
              <a:ext cx="142048" cy="142048"/>
            </a:xfrm>
            <a:custGeom>
              <a:avLst/>
              <a:gdLst/>
              <a:ahLst/>
              <a:cxnLst/>
              <a:rect l="l" t="t" r="r" b="b"/>
              <a:pathLst>
                <a:path w="2368" h="2368" extrusionOk="0">
                  <a:moveTo>
                    <a:pt x="1184" y="154"/>
                  </a:moveTo>
                  <a:cubicBezTo>
                    <a:pt x="1751" y="154"/>
                    <a:pt x="2214" y="616"/>
                    <a:pt x="2214" y="1184"/>
                  </a:cubicBezTo>
                  <a:cubicBezTo>
                    <a:pt x="2214" y="1751"/>
                    <a:pt x="1751" y="2213"/>
                    <a:pt x="1184" y="2213"/>
                  </a:cubicBezTo>
                  <a:cubicBezTo>
                    <a:pt x="617" y="2213"/>
                    <a:pt x="156" y="1751"/>
                    <a:pt x="156" y="1184"/>
                  </a:cubicBezTo>
                  <a:cubicBezTo>
                    <a:pt x="156" y="616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1"/>
                    <a:pt x="1" y="1184"/>
                  </a:cubicBezTo>
                  <a:cubicBezTo>
                    <a:pt x="1" y="1836"/>
                    <a:pt x="531" y="2367"/>
                    <a:pt x="1184" y="2367"/>
                  </a:cubicBezTo>
                  <a:cubicBezTo>
                    <a:pt x="1837" y="2367"/>
                    <a:pt x="2367" y="1836"/>
                    <a:pt x="2367" y="1184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41"/>
          <p:cNvSpPr txBox="1">
            <a:spLocks noGrp="1"/>
          </p:cNvSpPr>
          <p:nvPr>
            <p:ph type="title"/>
          </p:nvPr>
        </p:nvSpPr>
        <p:spPr>
          <a:xfrm>
            <a:off x="472097" y="1116369"/>
            <a:ext cx="3782400" cy="10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Howdy</a:t>
            </a:r>
            <a:endParaRPr i="1" dirty="0"/>
          </a:p>
        </p:txBody>
      </p:sp>
      <p:sp>
        <p:nvSpPr>
          <p:cNvPr id="1988" name="Google Shape;1988;p41"/>
          <p:cNvSpPr txBox="1">
            <a:spLocks noGrp="1"/>
          </p:cNvSpPr>
          <p:nvPr>
            <p:ph type="subTitle" idx="1"/>
          </p:nvPr>
        </p:nvSpPr>
        <p:spPr>
          <a:xfrm>
            <a:off x="411160" y="2322481"/>
            <a:ext cx="3782400" cy="9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I’m hamster</a:t>
            </a:r>
            <a:endParaRPr dirty="0"/>
          </a:p>
        </p:txBody>
      </p:sp>
      <p:grpSp>
        <p:nvGrpSpPr>
          <p:cNvPr id="1989" name="Google Shape;1989;p41"/>
          <p:cNvGrpSpPr/>
          <p:nvPr/>
        </p:nvGrpSpPr>
        <p:grpSpPr>
          <a:xfrm>
            <a:off x="709439" y="4011392"/>
            <a:ext cx="1470674" cy="1178588"/>
            <a:chOff x="709439" y="4011392"/>
            <a:chExt cx="1470674" cy="1178588"/>
          </a:xfrm>
        </p:grpSpPr>
        <p:sp>
          <p:nvSpPr>
            <p:cNvPr id="1990" name="Google Shape;1990;p41"/>
            <p:cNvSpPr/>
            <p:nvPr/>
          </p:nvSpPr>
          <p:spPr>
            <a:xfrm rot="-5400000" flipH="1">
              <a:off x="947361" y="3957227"/>
              <a:ext cx="1063531" cy="1401975"/>
            </a:xfrm>
            <a:custGeom>
              <a:avLst/>
              <a:gdLst/>
              <a:ahLst/>
              <a:cxnLst/>
              <a:rect l="l" t="t" r="r" b="b"/>
              <a:pathLst>
                <a:path w="25419" h="33508" extrusionOk="0">
                  <a:moveTo>
                    <a:pt x="3388" y="1"/>
                  </a:moveTo>
                  <a:cubicBezTo>
                    <a:pt x="3338" y="1"/>
                    <a:pt x="3287" y="20"/>
                    <a:pt x="3249" y="59"/>
                  </a:cubicBezTo>
                  <a:lnTo>
                    <a:pt x="58" y="3250"/>
                  </a:lnTo>
                  <a:cubicBezTo>
                    <a:pt x="21" y="3287"/>
                    <a:pt x="0" y="3336"/>
                    <a:pt x="0" y="3390"/>
                  </a:cubicBezTo>
                  <a:lnTo>
                    <a:pt x="0" y="8560"/>
                  </a:lnTo>
                  <a:cubicBezTo>
                    <a:pt x="0" y="8612"/>
                    <a:pt x="21" y="8663"/>
                    <a:pt x="58" y="8700"/>
                  </a:cubicBezTo>
                  <a:lnTo>
                    <a:pt x="3141" y="11783"/>
                  </a:lnTo>
                  <a:cubicBezTo>
                    <a:pt x="3178" y="11820"/>
                    <a:pt x="3229" y="11841"/>
                    <a:pt x="3281" y="11841"/>
                  </a:cubicBezTo>
                  <a:lnTo>
                    <a:pt x="9468" y="11841"/>
                  </a:lnTo>
                  <a:lnTo>
                    <a:pt x="18638" y="21011"/>
                  </a:lnTo>
                  <a:lnTo>
                    <a:pt x="18638" y="26946"/>
                  </a:lnTo>
                  <a:cubicBezTo>
                    <a:pt x="18638" y="26998"/>
                    <a:pt x="18659" y="27049"/>
                    <a:pt x="18696" y="27085"/>
                  </a:cubicBezTo>
                  <a:lnTo>
                    <a:pt x="25061" y="33450"/>
                  </a:lnTo>
                  <a:cubicBezTo>
                    <a:pt x="25100" y="33489"/>
                    <a:pt x="25150" y="33508"/>
                    <a:pt x="25201" y="33508"/>
                  </a:cubicBezTo>
                  <a:cubicBezTo>
                    <a:pt x="25252" y="33508"/>
                    <a:pt x="25302" y="33489"/>
                    <a:pt x="25341" y="33450"/>
                  </a:cubicBezTo>
                  <a:cubicBezTo>
                    <a:pt x="25418" y="33373"/>
                    <a:pt x="25418" y="33248"/>
                    <a:pt x="25341" y="33170"/>
                  </a:cubicBezTo>
                  <a:lnTo>
                    <a:pt x="19034" y="26864"/>
                  </a:lnTo>
                  <a:lnTo>
                    <a:pt x="19034" y="20928"/>
                  </a:lnTo>
                  <a:cubicBezTo>
                    <a:pt x="19034" y="20876"/>
                    <a:pt x="19013" y="20826"/>
                    <a:pt x="18977" y="20789"/>
                  </a:cubicBezTo>
                  <a:lnTo>
                    <a:pt x="9691" y="11503"/>
                  </a:lnTo>
                  <a:cubicBezTo>
                    <a:pt x="9654" y="11466"/>
                    <a:pt x="9603" y="11445"/>
                    <a:pt x="9551" y="11445"/>
                  </a:cubicBezTo>
                  <a:lnTo>
                    <a:pt x="3364" y="11445"/>
                  </a:lnTo>
                  <a:lnTo>
                    <a:pt x="396" y="8478"/>
                  </a:lnTo>
                  <a:lnTo>
                    <a:pt x="396" y="3471"/>
                  </a:lnTo>
                  <a:lnTo>
                    <a:pt x="3529" y="338"/>
                  </a:lnTo>
                  <a:cubicBezTo>
                    <a:pt x="3606" y="261"/>
                    <a:pt x="3606" y="136"/>
                    <a:pt x="3529" y="59"/>
                  </a:cubicBezTo>
                  <a:cubicBezTo>
                    <a:pt x="3490" y="20"/>
                    <a:pt x="3439" y="1"/>
                    <a:pt x="33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1"/>
            <p:cNvSpPr/>
            <p:nvPr/>
          </p:nvSpPr>
          <p:spPr>
            <a:xfrm rot="-5400000" flipH="1">
              <a:off x="1897979" y="4707404"/>
              <a:ext cx="58450" cy="58492"/>
            </a:xfrm>
            <a:custGeom>
              <a:avLst/>
              <a:gdLst/>
              <a:ahLst/>
              <a:cxnLst/>
              <a:rect l="l" t="t" r="r" b="b"/>
              <a:pathLst>
                <a:path w="1397" h="1398" extrusionOk="0">
                  <a:moveTo>
                    <a:pt x="699" y="1"/>
                  </a:moveTo>
                  <a:cubicBezTo>
                    <a:pt x="313" y="1"/>
                    <a:pt x="0" y="313"/>
                    <a:pt x="0" y="698"/>
                  </a:cubicBezTo>
                  <a:cubicBezTo>
                    <a:pt x="0" y="1084"/>
                    <a:pt x="313" y="1397"/>
                    <a:pt x="699" y="1397"/>
                  </a:cubicBezTo>
                  <a:cubicBezTo>
                    <a:pt x="1084" y="1397"/>
                    <a:pt x="1396" y="1084"/>
                    <a:pt x="1396" y="698"/>
                  </a:cubicBezTo>
                  <a:cubicBezTo>
                    <a:pt x="1396" y="313"/>
                    <a:pt x="1084" y="1"/>
                    <a:pt x="6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1"/>
            <p:cNvSpPr/>
            <p:nvPr/>
          </p:nvSpPr>
          <p:spPr>
            <a:xfrm rot="-5400000" flipH="1">
              <a:off x="1806812" y="4616278"/>
              <a:ext cx="58450" cy="58409"/>
            </a:xfrm>
            <a:custGeom>
              <a:avLst/>
              <a:gdLst/>
              <a:ahLst/>
              <a:cxnLst/>
              <a:rect l="l" t="t" r="r" b="b"/>
              <a:pathLst>
                <a:path w="1397" h="1396" extrusionOk="0">
                  <a:moveTo>
                    <a:pt x="699" y="0"/>
                  </a:moveTo>
                  <a:cubicBezTo>
                    <a:pt x="314" y="0"/>
                    <a:pt x="0" y="312"/>
                    <a:pt x="0" y="698"/>
                  </a:cubicBezTo>
                  <a:cubicBezTo>
                    <a:pt x="0" y="1083"/>
                    <a:pt x="314" y="1395"/>
                    <a:pt x="699" y="1395"/>
                  </a:cubicBezTo>
                  <a:cubicBezTo>
                    <a:pt x="1084" y="1395"/>
                    <a:pt x="1396" y="1083"/>
                    <a:pt x="1396" y="698"/>
                  </a:cubicBezTo>
                  <a:cubicBezTo>
                    <a:pt x="1396" y="312"/>
                    <a:pt x="1084" y="0"/>
                    <a:pt x="6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1"/>
            <p:cNvSpPr/>
            <p:nvPr/>
          </p:nvSpPr>
          <p:spPr>
            <a:xfrm rot="-5400000" flipH="1">
              <a:off x="1713113" y="4522538"/>
              <a:ext cx="58409" cy="58492"/>
            </a:xfrm>
            <a:custGeom>
              <a:avLst/>
              <a:gdLst/>
              <a:ahLst/>
              <a:cxnLst/>
              <a:rect l="l" t="t" r="r" b="b"/>
              <a:pathLst>
                <a:path w="1396" h="1398" extrusionOk="0">
                  <a:moveTo>
                    <a:pt x="698" y="1"/>
                  </a:moveTo>
                  <a:cubicBezTo>
                    <a:pt x="312" y="1"/>
                    <a:pt x="0" y="314"/>
                    <a:pt x="0" y="700"/>
                  </a:cubicBezTo>
                  <a:cubicBezTo>
                    <a:pt x="0" y="1085"/>
                    <a:pt x="312" y="1397"/>
                    <a:pt x="698" y="1397"/>
                  </a:cubicBezTo>
                  <a:cubicBezTo>
                    <a:pt x="1083" y="1397"/>
                    <a:pt x="1395" y="1085"/>
                    <a:pt x="1395" y="700"/>
                  </a:cubicBezTo>
                  <a:cubicBezTo>
                    <a:pt x="1395" y="314"/>
                    <a:pt x="1083" y="1"/>
                    <a:pt x="6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1"/>
            <p:cNvSpPr/>
            <p:nvPr/>
          </p:nvSpPr>
          <p:spPr>
            <a:xfrm rot="-5400000" flipH="1">
              <a:off x="1609311" y="4866454"/>
              <a:ext cx="84391" cy="84391"/>
            </a:xfrm>
            <a:custGeom>
              <a:avLst/>
              <a:gdLst/>
              <a:ahLst/>
              <a:cxnLst/>
              <a:rect l="l" t="t" r="r" b="b"/>
              <a:pathLst>
                <a:path w="2017" h="2017" extrusionOk="0">
                  <a:moveTo>
                    <a:pt x="1009" y="1"/>
                  </a:moveTo>
                  <a:cubicBezTo>
                    <a:pt x="453" y="1"/>
                    <a:pt x="1" y="452"/>
                    <a:pt x="1" y="1008"/>
                  </a:cubicBezTo>
                  <a:cubicBezTo>
                    <a:pt x="1" y="1565"/>
                    <a:pt x="453" y="2016"/>
                    <a:pt x="1009" y="2016"/>
                  </a:cubicBezTo>
                  <a:cubicBezTo>
                    <a:pt x="1566" y="2016"/>
                    <a:pt x="2017" y="1565"/>
                    <a:pt x="2017" y="1008"/>
                  </a:cubicBezTo>
                  <a:cubicBezTo>
                    <a:pt x="2017" y="452"/>
                    <a:pt x="1566" y="1"/>
                    <a:pt x="10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1"/>
            <p:cNvSpPr/>
            <p:nvPr/>
          </p:nvSpPr>
          <p:spPr>
            <a:xfrm rot="-5400000" flipH="1">
              <a:off x="1528164" y="4785350"/>
              <a:ext cx="246647" cy="246689"/>
            </a:xfrm>
            <a:custGeom>
              <a:avLst/>
              <a:gdLst/>
              <a:ahLst/>
              <a:cxnLst/>
              <a:rect l="l" t="t" r="r" b="b"/>
              <a:pathLst>
                <a:path w="5895" h="5896" extrusionOk="0">
                  <a:moveTo>
                    <a:pt x="2947" y="199"/>
                  </a:moveTo>
                  <a:cubicBezTo>
                    <a:pt x="4463" y="199"/>
                    <a:pt x="5696" y="1432"/>
                    <a:pt x="5696" y="2948"/>
                  </a:cubicBezTo>
                  <a:cubicBezTo>
                    <a:pt x="5696" y="4465"/>
                    <a:pt x="4463" y="5698"/>
                    <a:pt x="2947" y="5698"/>
                  </a:cubicBezTo>
                  <a:cubicBezTo>
                    <a:pt x="1432" y="5698"/>
                    <a:pt x="199" y="4465"/>
                    <a:pt x="199" y="2948"/>
                  </a:cubicBezTo>
                  <a:cubicBezTo>
                    <a:pt x="199" y="1432"/>
                    <a:pt x="1432" y="199"/>
                    <a:pt x="2947" y="199"/>
                  </a:cubicBezTo>
                  <a:close/>
                  <a:moveTo>
                    <a:pt x="2947" y="1"/>
                  </a:moveTo>
                  <a:cubicBezTo>
                    <a:pt x="1322" y="1"/>
                    <a:pt x="0" y="1324"/>
                    <a:pt x="0" y="2948"/>
                  </a:cubicBezTo>
                  <a:cubicBezTo>
                    <a:pt x="0" y="4573"/>
                    <a:pt x="1322" y="5895"/>
                    <a:pt x="2947" y="5895"/>
                  </a:cubicBezTo>
                  <a:cubicBezTo>
                    <a:pt x="4573" y="5895"/>
                    <a:pt x="5895" y="4573"/>
                    <a:pt x="5895" y="2948"/>
                  </a:cubicBezTo>
                  <a:cubicBezTo>
                    <a:pt x="5895" y="1324"/>
                    <a:pt x="4572" y="1"/>
                    <a:pt x="29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1"/>
            <p:cNvSpPr/>
            <p:nvPr/>
          </p:nvSpPr>
          <p:spPr>
            <a:xfrm rot="-5400000" flipH="1">
              <a:off x="1089671" y="4092560"/>
              <a:ext cx="84391" cy="84391"/>
            </a:xfrm>
            <a:custGeom>
              <a:avLst/>
              <a:gdLst/>
              <a:ahLst/>
              <a:cxnLst/>
              <a:rect l="l" t="t" r="r" b="b"/>
              <a:pathLst>
                <a:path w="2017" h="2017" extrusionOk="0">
                  <a:moveTo>
                    <a:pt x="1008" y="1"/>
                  </a:moveTo>
                  <a:cubicBezTo>
                    <a:pt x="451" y="1"/>
                    <a:pt x="0" y="452"/>
                    <a:pt x="0" y="1009"/>
                  </a:cubicBezTo>
                  <a:cubicBezTo>
                    <a:pt x="0" y="1566"/>
                    <a:pt x="451" y="2016"/>
                    <a:pt x="1008" y="2016"/>
                  </a:cubicBezTo>
                  <a:cubicBezTo>
                    <a:pt x="1564" y="2016"/>
                    <a:pt x="2016" y="1566"/>
                    <a:pt x="2016" y="1009"/>
                  </a:cubicBezTo>
                  <a:cubicBezTo>
                    <a:pt x="2016" y="452"/>
                    <a:pt x="1564" y="1"/>
                    <a:pt x="10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1"/>
            <p:cNvSpPr/>
            <p:nvPr/>
          </p:nvSpPr>
          <p:spPr>
            <a:xfrm rot="-5400000" flipH="1">
              <a:off x="1008567" y="4011371"/>
              <a:ext cx="246647" cy="246689"/>
            </a:xfrm>
            <a:custGeom>
              <a:avLst/>
              <a:gdLst/>
              <a:ahLst/>
              <a:cxnLst/>
              <a:rect l="l" t="t" r="r" b="b"/>
              <a:pathLst>
                <a:path w="5895" h="5896" extrusionOk="0">
                  <a:moveTo>
                    <a:pt x="2948" y="198"/>
                  </a:moveTo>
                  <a:cubicBezTo>
                    <a:pt x="4464" y="198"/>
                    <a:pt x="5697" y="1433"/>
                    <a:pt x="5697" y="2948"/>
                  </a:cubicBezTo>
                  <a:cubicBezTo>
                    <a:pt x="5697" y="4464"/>
                    <a:pt x="4464" y="5697"/>
                    <a:pt x="2948" y="5697"/>
                  </a:cubicBezTo>
                  <a:cubicBezTo>
                    <a:pt x="1432" y="5697"/>
                    <a:pt x="199" y="4464"/>
                    <a:pt x="199" y="2948"/>
                  </a:cubicBezTo>
                  <a:cubicBezTo>
                    <a:pt x="199" y="1433"/>
                    <a:pt x="1432" y="198"/>
                    <a:pt x="2948" y="198"/>
                  </a:cubicBezTo>
                  <a:close/>
                  <a:moveTo>
                    <a:pt x="2948" y="1"/>
                  </a:moveTo>
                  <a:cubicBezTo>
                    <a:pt x="1323" y="1"/>
                    <a:pt x="0" y="1323"/>
                    <a:pt x="0" y="2948"/>
                  </a:cubicBezTo>
                  <a:cubicBezTo>
                    <a:pt x="0" y="4574"/>
                    <a:pt x="1323" y="5895"/>
                    <a:pt x="2948" y="5895"/>
                  </a:cubicBezTo>
                  <a:cubicBezTo>
                    <a:pt x="4573" y="5895"/>
                    <a:pt x="5895" y="4574"/>
                    <a:pt x="5895" y="2948"/>
                  </a:cubicBezTo>
                  <a:cubicBezTo>
                    <a:pt x="5895" y="1323"/>
                    <a:pt x="4573" y="1"/>
                    <a:pt x="29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1"/>
            <p:cNvSpPr/>
            <p:nvPr/>
          </p:nvSpPr>
          <p:spPr>
            <a:xfrm rot="-5400000" flipH="1">
              <a:off x="1348696" y="4593999"/>
              <a:ext cx="127445" cy="127528"/>
            </a:xfrm>
            <a:custGeom>
              <a:avLst/>
              <a:gdLst/>
              <a:ahLst/>
              <a:cxnLst/>
              <a:rect l="l" t="t" r="r" b="b"/>
              <a:pathLst>
                <a:path w="3046" h="3048" extrusionOk="0">
                  <a:moveTo>
                    <a:pt x="1523" y="199"/>
                  </a:moveTo>
                  <a:cubicBezTo>
                    <a:pt x="2254" y="199"/>
                    <a:pt x="2848" y="794"/>
                    <a:pt x="2848" y="1525"/>
                  </a:cubicBezTo>
                  <a:cubicBezTo>
                    <a:pt x="2848" y="2255"/>
                    <a:pt x="2254" y="2849"/>
                    <a:pt x="1523" y="2849"/>
                  </a:cubicBezTo>
                  <a:cubicBezTo>
                    <a:pt x="793" y="2849"/>
                    <a:pt x="198" y="2255"/>
                    <a:pt x="198" y="1525"/>
                  </a:cubicBezTo>
                  <a:cubicBezTo>
                    <a:pt x="198" y="794"/>
                    <a:pt x="793" y="199"/>
                    <a:pt x="1523" y="199"/>
                  </a:cubicBezTo>
                  <a:close/>
                  <a:moveTo>
                    <a:pt x="1523" y="1"/>
                  </a:moveTo>
                  <a:cubicBezTo>
                    <a:pt x="684" y="1"/>
                    <a:pt x="1" y="684"/>
                    <a:pt x="1" y="1525"/>
                  </a:cubicBezTo>
                  <a:cubicBezTo>
                    <a:pt x="1" y="2364"/>
                    <a:pt x="684" y="3047"/>
                    <a:pt x="1523" y="3047"/>
                  </a:cubicBezTo>
                  <a:cubicBezTo>
                    <a:pt x="2364" y="3047"/>
                    <a:pt x="3046" y="2364"/>
                    <a:pt x="3046" y="1525"/>
                  </a:cubicBezTo>
                  <a:cubicBezTo>
                    <a:pt x="3046" y="684"/>
                    <a:pt x="2364" y="1"/>
                    <a:pt x="15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1"/>
            <p:cNvSpPr/>
            <p:nvPr/>
          </p:nvSpPr>
          <p:spPr>
            <a:xfrm rot="-5400000" flipH="1">
              <a:off x="709439" y="4225105"/>
              <a:ext cx="133344" cy="133344"/>
            </a:xfrm>
            <a:custGeom>
              <a:avLst/>
              <a:gdLst/>
              <a:ahLst/>
              <a:cxnLst/>
              <a:rect l="l" t="t" r="r" b="b"/>
              <a:pathLst>
                <a:path w="3187" h="3187" extrusionOk="0">
                  <a:moveTo>
                    <a:pt x="1594" y="0"/>
                  </a:moveTo>
                  <a:cubicBezTo>
                    <a:pt x="714" y="0"/>
                    <a:pt x="1" y="714"/>
                    <a:pt x="1" y="1594"/>
                  </a:cubicBezTo>
                  <a:cubicBezTo>
                    <a:pt x="1" y="2473"/>
                    <a:pt x="714" y="3186"/>
                    <a:pt x="1594" y="3186"/>
                  </a:cubicBezTo>
                  <a:cubicBezTo>
                    <a:pt x="2474" y="3186"/>
                    <a:pt x="3187" y="2473"/>
                    <a:pt x="3187" y="1594"/>
                  </a:cubicBezTo>
                  <a:cubicBezTo>
                    <a:pt x="3187" y="714"/>
                    <a:pt x="2474" y="0"/>
                    <a:pt x="1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1"/>
            <p:cNvSpPr/>
            <p:nvPr/>
          </p:nvSpPr>
          <p:spPr>
            <a:xfrm rot="-5400000" flipH="1">
              <a:off x="748015" y="4263681"/>
              <a:ext cx="56191" cy="56191"/>
            </a:xfrm>
            <a:custGeom>
              <a:avLst/>
              <a:gdLst/>
              <a:ahLst/>
              <a:cxnLst/>
              <a:rect l="l" t="t" r="r" b="b"/>
              <a:pathLst>
                <a:path w="1343" h="1343" extrusionOk="0">
                  <a:moveTo>
                    <a:pt x="671" y="0"/>
                  </a:moveTo>
                  <a:cubicBezTo>
                    <a:pt x="301" y="0"/>
                    <a:pt x="1" y="301"/>
                    <a:pt x="1" y="672"/>
                  </a:cubicBezTo>
                  <a:cubicBezTo>
                    <a:pt x="1" y="1042"/>
                    <a:pt x="301" y="1342"/>
                    <a:pt x="671" y="1342"/>
                  </a:cubicBezTo>
                  <a:cubicBezTo>
                    <a:pt x="1042" y="1342"/>
                    <a:pt x="1343" y="1042"/>
                    <a:pt x="1343" y="672"/>
                  </a:cubicBezTo>
                  <a:cubicBezTo>
                    <a:pt x="1343" y="301"/>
                    <a:pt x="1042" y="0"/>
                    <a:pt x="6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1" name="Google Shape;2001;p41"/>
          <p:cNvGrpSpPr/>
          <p:nvPr/>
        </p:nvGrpSpPr>
        <p:grpSpPr>
          <a:xfrm>
            <a:off x="6201527" y="-66472"/>
            <a:ext cx="2340522" cy="1748498"/>
            <a:chOff x="6201527" y="-66472"/>
            <a:chExt cx="2340522" cy="1748498"/>
          </a:xfrm>
        </p:grpSpPr>
        <p:sp>
          <p:nvSpPr>
            <p:cNvPr id="2002" name="Google Shape;2002;p41"/>
            <p:cNvSpPr/>
            <p:nvPr/>
          </p:nvSpPr>
          <p:spPr>
            <a:xfrm rot="-5400000" flipH="1">
              <a:off x="6335388" y="-185756"/>
              <a:ext cx="765077" cy="1032799"/>
            </a:xfrm>
            <a:custGeom>
              <a:avLst/>
              <a:gdLst/>
              <a:ahLst/>
              <a:cxnLst/>
              <a:rect l="l" t="t" r="r" b="b"/>
              <a:pathLst>
                <a:path w="15326" h="20689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1"/>
            <p:cNvSpPr/>
            <p:nvPr/>
          </p:nvSpPr>
          <p:spPr>
            <a:xfrm rot="-5400000" flipH="1">
              <a:off x="6648548" y="-103687"/>
              <a:ext cx="817044" cy="920628"/>
            </a:xfrm>
            <a:custGeom>
              <a:avLst/>
              <a:gdLst/>
              <a:ahLst/>
              <a:cxnLst/>
              <a:rect l="l" t="t" r="r" b="b"/>
              <a:pathLst>
                <a:path w="16367" h="18442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1"/>
            <p:cNvSpPr/>
            <p:nvPr/>
          </p:nvSpPr>
          <p:spPr>
            <a:xfrm rot="-5400000" flipH="1">
              <a:off x="6650126" y="73105"/>
              <a:ext cx="1128496" cy="873703"/>
            </a:xfrm>
            <a:custGeom>
              <a:avLst/>
              <a:gdLst/>
              <a:ahLst/>
              <a:cxnLst/>
              <a:rect l="l" t="t" r="r" b="b"/>
              <a:pathLst>
                <a:path w="22606" h="17502" extrusionOk="0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1"/>
            <p:cNvSpPr/>
            <p:nvPr/>
          </p:nvSpPr>
          <p:spPr>
            <a:xfrm rot="-5400000" flipH="1">
              <a:off x="7294648" y="430809"/>
              <a:ext cx="1143772" cy="214008"/>
            </a:xfrm>
            <a:custGeom>
              <a:avLst/>
              <a:gdLst/>
              <a:ahLst/>
              <a:cxnLst/>
              <a:rect l="l" t="t" r="r" b="b"/>
              <a:pathLst>
                <a:path w="22912" h="4287" extrusionOk="0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1"/>
            <p:cNvSpPr/>
            <p:nvPr/>
          </p:nvSpPr>
          <p:spPr>
            <a:xfrm rot="-5400000" flipH="1">
              <a:off x="7295006" y="705070"/>
              <a:ext cx="1667734" cy="124651"/>
            </a:xfrm>
            <a:custGeom>
              <a:avLst/>
              <a:gdLst/>
              <a:ahLst/>
              <a:cxnLst/>
              <a:rect l="l" t="t" r="r" b="b"/>
              <a:pathLst>
                <a:path w="33408" h="2497" extrusionOk="0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1"/>
            <p:cNvSpPr/>
            <p:nvPr/>
          </p:nvSpPr>
          <p:spPr>
            <a:xfrm rot="-5400000" flipH="1">
              <a:off x="7285225" y="737714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1"/>
            <p:cNvSpPr/>
            <p:nvPr/>
          </p:nvSpPr>
          <p:spPr>
            <a:xfrm rot="-5400000" flipH="1">
              <a:off x="7200707" y="653197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1"/>
            <p:cNvSpPr/>
            <p:nvPr/>
          </p:nvSpPr>
          <p:spPr>
            <a:xfrm rot="-5400000" flipH="1">
              <a:off x="7113869" y="566358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1"/>
            <p:cNvSpPr/>
            <p:nvPr/>
          </p:nvSpPr>
          <p:spPr>
            <a:xfrm rot="-5400000" flipH="1">
              <a:off x="8354845" y="652049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1"/>
            <p:cNvSpPr/>
            <p:nvPr/>
          </p:nvSpPr>
          <p:spPr>
            <a:xfrm rot="-5400000" flipH="1">
              <a:off x="8270352" y="567557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1"/>
            <p:cNvSpPr/>
            <p:nvPr/>
          </p:nvSpPr>
          <p:spPr>
            <a:xfrm rot="-5400000" flipH="1">
              <a:off x="8183514" y="480718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1"/>
            <p:cNvSpPr/>
            <p:nvPr/>
          </p:nvSpPr>
          <p:spPr>
            <a:xfrm rot="-5400000" flipH="1">
              <a:off x="7926692" y="951703"/>
              <a:ext cx="78225" cy="78275"/>
            </a:xfrm>
            <a:custGeom>
              <a:avLst/>
              <a:gdLst/>
              <a:ahLst/>
              <a:cxnLst/>
              <a:rect l="l" t="t" r="r" b="b"/>
              <a:pathLst>
                <a:path w="1567" h="1568" extrusionOk="0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1"/>
            <p:cNvSpPr/>
            <p:nvPr/>
          </p:nvSpPr>
          <p:spPr>
            <a:xfrm rot="-5400000" flipH="1">
              <a:off x="7851510" y="876521"/>
              <a:ext cx="228585" cy="228635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1"/>
            <p:cNvSpPr/>
            <p:nvPr/>
          </p:nvSpPr>
          <p:spPr>
            <a:xfrm rot="-5400000" flipH="1">
              <a:off x="8463873" y="291915"/>
              <a:ext cx="78175" cy="78175"/>
            </a:xfrm>
            <a:custGeom>
              <a:avLst/>
              <a:gdLst/>
              <a:ahLst/>
              <a:cxnLst/>
              <a:rect l="l" t="t" r="r" b="b"/>
              <a:pathLst>
                <a:path w="1566" h="1566" extrusionOk="0">
                  <a:moveTo>
                    <a:pt x="783" y="0"/>
                  </a:moveTo>
                  <a:cubicBezTo>
                    <a:pt x="350" y="0"/>
                    <a:pt x="0" y="350"/>
                    <a:pt x="0" y="783"/>
                  </a:cubicBezTo>
                  <a:cubicBezTo>
                    <a:pt x="0" y="1215"/>
                    <a:pt x="350" y="1565"/>
                    <a:pt x="783" y="1565"/>
                  </a:cubicBezTo>
                  <a:cubicBezTo>
                    <a:pt x="1216" y="1565"/>
                    <a:pt x="1566" y="1215"/>
                    <a:pt x="1566" y="783"/>
                  </a:cubicBezTo>
                  <a:cubicBezTo>
                    <a:pt x="1566" y="350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1"/>
            <p:cNvSpPr/>
            <p:nvPr/>
          </p:nvSpPr>
          <p:spPr>
            <a:xfrm rot="-5400000" flipH="1">
              <a:off x="7152608" y="386441"/>
              <a:ext cx="123602" cy="123552"/>
            </a:xfrm>
            <a:custGeom>
              <a:avLst/>
              <a:gdLst/>
              <a:ahLst/>
              <a:cxnLst/>
              <a:rect l="l" t="t" r="r" b="b"/>
              <a:pathLst>
                <a:path w="2476" h="2475" extrusionOk="0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1"/>
            <p:cNvSpPr/>
            <p:nvPr/>
          </p:nvSpPr>
          <p:spPr>
            <a:xfrm rot="-5400000" flipH="1">
              <a:off x="7188327" y="422160"/>
              <a:ext cx="52117" cy="52117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1"/>
            <p:cNvSpPr/>
            <p:nvPr/>
          </p:nvSpPr>
          <p:spPr>
            <a:xfrm rot="-5400000" flipH="1">
              <a:off x="7447894" y="695605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1"/>
            <p:cNvSpPr/>
            <p:nvPr/>
          </p:nvSpPr>
          <p:spPr>
            <a:xfrm rot="-5400000" flipH="1">
              <a:off x="7483663" y="731424"/>
              <a:ext cx="52017" cy="52017"/>
            </a:xfrm>
            <a:custGeom>
              <a:avLst/>
              <a:gdLst/>
              <a:ahLst/>
              <a:cxnLst/>
              <a:rect l="l" t="t" r="r" b="b"/>
              <a:pathLst>
                <a:path w="1042" h="1042" extrusionOk="0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1"/>
            <p:cNvSpPr/>
            <p:nvPr/>
          </p:nvSpPr>
          <p:spPr>
            <a:xfrm rot="-5400000" flipH="1">
              <a:off x="7519307" y="1018872"/>
              <a:ext cx="123552" cy="123552"/>
            </a:xfrm>
            <a:custGeom>
              <a:avLst/>
              <a:gdLst/>
              <a:ahLst/>
              <a:cxnLst/>
              <a:rect l="l" t="t" r="r" b="b"/>
              <a:pathLst>
                <a:path w="2475" h="2475" extrusionOk="0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1"/>
            <p:cNvSpPr/>
            <p:nvPr/>
          </p:nvSpPr>
          <p:spPr>
            <a:xfrm rot="-5400000" flipH="1">
              <a:off x="7555051" y="1054616"/>
              <a:ext cx="52067" cy="52067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1"/>
            <p:cNvSpPr/>
            <p:nvPr/>
          </p:nvSpPr>
          <p:spPr>
            <a:xfrm rot="-5400000" flipH="1">
              <a:off x="7758606" y="1080600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1"/>
            <p:cNvSpPr/>
            <p:nvPr/>
          </p:nvSpPr>
          <p:spPr>
            <a:xfrm rot="-5400000" flipH="1">
              <a:off x="7794300" y="1116394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1"/>
            <p:cNvSpPr/>
            <p:nvPr/>
          </p:nvSpPr>
          <p:spPr>
            <a:xfrm rot="-5400000" flipH="1">
              <a:off x="8014429" y="1558374"/>
              <a:ext cx="123652" cy="123652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1"/>
            <p:cNvSpPr/>
            <p:nvPr/>
          </p:nvSpPr>
          <p:spPr>
            <a:xfrm rot="-5400000" flipH="1">
              <a:off x="8050198" y="1594193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1"/>
            <p:cNvSpPr/>
            <p:nvPr/>
          </p:nvSpPr>
          <p:spPr>
            <a:xfrm rot="-5400000" flipH="1">
              <a:off x="8476953" y="731374"/>
              <a:ext cx="52017" cy="52117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0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0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4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A person standing in front of a mural of aliens&#10;&#10;AI-generated content may be incorrect.">
            <a:extLst>
              <a:ext uri="{FF2B5EF4-FFF2-40B4-BE49-F238E27FC236}">
                <a16:creationId xmlns:a16="http://schemas.microsoft.com/office/drawing/2014/main" id="{2CADF234-05C5-05B8-6129-B6D71E61FB2D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rcRect l="13447" r="13447"/>
          <a:stretch>
            <a:fillRect/>
          </a:stretch>
        </p:blipFill>
        <p:spPr>
          <a:xfrm>
            <a:off x="4542494" y="430958"/>
            <a:ext cx="4108523" cy="422680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" name="Picture 2" descr="A pixelated image of a cat&#10;&#10;AI-generated content may be incorrect.">
            <a:extLst>
              <a:ext uri="{FF2B5EF4-FFF2-40B4-BE49-F238E27FC236}">
                <a16:creationId xmlns:a16="http://schemas.microsoft.com/office/drawing/2014/main" id="{E45D1801-B072-1F31-9898-7975B8F35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713" y="2697223"/>
            <a:ext cx="451168" cy="526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7">
          <a:extLst>
            <a:ext uri="{FF2B5EF4-FFF2-40B4-BE49-F238E27FC236}">
              <a16:creationId xmlns:a16="http://schemas.microsoft.com/office/drawing/2014/main" id="{A16FDDCE-B3F3-70E0-62C7-49AA1DE5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52">
            <a:extLst>
              <a:ext uri="{FF2B5EF4-FFF2-40B4-BE49-F238E27FC236}">
                <a16:creationId xmlns:a16="http://schemas.microsoft.com/office/drawing/2014/main" id="{99D34837-3582-4AD5-08F7-DD94733BF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2250" y="2091625"/>
            <a:ext cx="3559500" cy="7347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2249" name="Google Shape;2249;p52">
            <a:extLst>
              <a:ext uri="{FF2B5EF4-FFF2-40B4-BE49-F238E27FC236}">
                <a16:creationId xmlns:a16="http://schemas.microsoft.com/office/drawing/2014/main" id="{8462C49B-CE14-5BC1-5303-B58DCC9D8FB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92250" y="998675"/>
            <a:ext cx="1249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251" name="Google Shape;2251;p52">
            <a:extLst>
              <a:ext uri="{FF2B5EF4-FFF2-40B4-BE49-F238E27FC236}">
                <a16:creationId xmlns:a16="http://schemas.microsoft.com/office/drawing/2014/main" id="{EE70C9CE-43E9-3AB3-676C-CB768E444D66}"/>
              </a:ext>
            </a:extLst>
          </p:cNvPr>
          <p:cNvGrpSpPr/>
          <p:nvPr/>
        </p:nvGrpSpPr>
        <p:grpSpPr>
          <a:xfrm>
            <a:off x="724831" y="-43622"/>
            <a:ext cx="2207482" cy="1748498"/>
            <a:chOff x="724831" y="-43622"/>
            <a:chExt cx="2207482" cy="1748498"/>
          </a:xfrm>
        </p:grpSpPr>
        <p:sp>
          <p:nvSpPr>
            <p:cNvPr id="2252" name="Google Shape;2252;p52">
              <a:extLst>
                <a:ext uri="{FF2B5EF4-FFF2-40B4-BE49-F238E27FC236}">
                  <a16:creationId xmlns:a16="http://schemas.microsoft.com/office/drawing/2014/main" id="{BD2C13A1-07F9-3873-ED04-36C290168A64}"/>
                </a:ext>
              </a:extLst>
            </p:cNvPr>
            <p:cNvSpPr/>
            <p:nvPr/>
          </p:nvSpPr>
          <p:spPr>
            <a:xfrm rot="5400000">
              <a:off x="2033374" y="-162906"/>
              <a:ext cx="765077" cy="1032799"/>
            </a:xfrm>
            <a:custGeom>
              <a:avLst/>
              <a:gdLst/>
              <a:ahLst/>
              <a:cxnLst/>
              <a:rect l="l" t="t" r="r" b="b"/>
              <a:pathLst>
                <a:path w="15326" h="20689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52">
              <a:extLst>
                <a:ext uri="{FF2B5EF4-FFF2-40B4-BE49-F238E27FC236}">
                  <a16:creationId xmlns:a16="http://schemas.microsoft.com/office/drawing/2014/main" id="{F115A522-D298-6B22-0861-E77F70131243}"/>
                </a:ext>
              </a:extLst>
            </p:cNvPr>
            <p:cNvSpPr/>
            <p:nvPr/>
          </p:nvSpPr>
          <p:spPr>
            <a:xfrm rot="5400000">
              <a:off x="1668247" y="-80837"/>
              <a:ext cx="817044" cy="920628"/>
            </a:xfrm>
            <a:custGeom>
              <a:avLst/>
              <a:gdLst/>
              <a:ahLst/>
              <a:cxnLst/>
              <a:rect l="l" t="t" r="r" b="b"/>
              <a:pathLst>
                <a:path w="16367" h="18442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52">
              <a:extLst>
                <a:ext uri="{FF2B5EF4-FFF2-40B4-BE49-F238E27FC236}">
                  <a16:creationId xmlns:a16="http://schemas.microsoft.com/office/drawing/2014/main" id="{02B09DAF-F877-19A7-A8E0-10E6FF6D13E4}"/>
                </a:ext>
              </a:extLst>
            </p:cNvPr>
            <p:cNvSpPr/>
            <p:nvPr/>
          </p:nvSpPr>
          <p:spPr>
            <a:xfrm rot="5400000">
              <a:off x="1355217" y="95955"/>
              <a:ext cx="1128496" cy="873703"/>
            </a:xfrm>
            <a:custGeom>
              <a:avLst/>
              <a:gdLst/>
              <a:ahLst/>
              <a:cxnLst/>
              <a:rect l="l" t="t" r="r" b="b"/>
              <a:pathLst>
                <a:path w="22606" h="17502" extrusionOk="0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2">
              <a:extLst>
                <a:ext uri="{FF2B5EF4-FFF2-40B4-BE49-F238E27FC236}">
                  <a16:creationId xmlns:a16="http://schemas.microsoft.com/office/drawing/2014/main" id="{966853AE-9E2B-3AC0-4C8E-44CFEA04249F}"/>
                </a:ext>
              </a:extLst>
            </p:cNvPr>
            <p:cNvSpPr/>
            <p:nvPr/>
          </p:nvSpPr>
          <p:spPr>
            <a:xfrm rot="5400000">
              <a:off x="695419" y="453659"/>
              <a:ext cx="1143772" cy="214008"/>
            </a:xfrm>
            <a:custGeom>
              <a:avLst/>
              <a:gdLst/>
              <a:ahLst/>
              <a:cxnLst/>
              <a:rect l="l" t="t" r="r" b="b"/>
              <a:pathLst>
                <a:path w="22912" h="4287" extrusionOk="0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2">
              <a:extLst>
                <a:ext uri="{FF2B5EF4-FFF2-40B4-BE49-F238E27FC236}">
                  <a16:creationId xmlns:a16="http://schemas.microsoft.com/office/drawing/2014/main" id="{D8A774B8-51F9-82D8-3C0F-4D865A75DB11}"/>
                </a:ext>
              </a:extLst>
            </p:cNvPr>
            <p:cNvSpPr/>
            <p:nvPr/>
          </p:nvSpPr>
          <p:spPr>
            <a:xfrm rot="5400000">
              <a:off x="171099" y="727920"/>
              <a:ext cx="1667734" cy="124651"/>
            </a:xfrm>
            <a:custGeom>
              <a:avLst/>
              <a:gdLst/>
              <a:ahLst/>
              <a:cxnLst/>
              <a:rect l="l" t="t" r="r" b="b"/>
              <a:pathLst>
                <a:path w="33408" h="2497" extrusionOk="0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2">
              <a:extLst>
                <a:ext uri="{FF2B5EF4-FFF2-40B4-BE49-F238E27FC236}">
                  <a16:creationId xmlns:a16="http://schemas.microsoft.com/office/drawing/2014/main" id="{833CD130-AFFA-2BEF-8365-58DB2A6FECCD}"/>
                </a:ext>
              </a:extLst>
            </p:cNvPr>
            <p:cNvSpPr/>
            <p:nvPr/>
          </p:nvSpPr>
          <p:spPr>
            <a:xfrm rot="5400000">
              <a:off x="1794451" y="760564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2">
              <a:extLst>
                <a:ext uri="{FF2B5EF4-FFF2-40B4-BE49-F238E27FC236}">
                  <a16:creationId xmlns:a16="http://schemas.microsoft.com/office/drawing/2014/main" id="{C6F3C149-CFE8-CF05-DB5F-F9907B67FCAE}"/>
                </a:ext>
              </a:extLst>
            </p:cNvPr>
            <p:cNvSpPr/>
            <p:nvPr/>
          </p:nvSpPr>
          <p:spPr>
            <a:xfrm rot="5400000">
              <a:off x="1878968" y="676047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52">
              <a:extLst>
                <a:ext uri="{FF2B5EF4-FFF2-40B4-BE49-F238E27FC236}">
                  <a16:creationId xmlns:a16="http://schemas.microsoft.com/office/drawing/2014/main" id="{AC63045E-5538-7ABA-BE75-BAF31D88C0E3}"/>
                </a:ext>
              </a:extLst>
            </p:cNvPr>
            <p:cNvSpPr/>
            <p:nvPr/>
          </p:nvSpPr>
          <p:spPr>
            <a:xfrm rot="5400000">
              <a:off x="1965857" y="589208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52">
              <a:extLst>
                <a:ext uri="{FF2B5EF4-FFF2-40B4-BE49-F238E27FC236}">
                  <a16:creationId xmlns:a16="http://schemas.microsoft.com/office/drawing/2014/main" id="{D1A9072C-7751-BBF0-5988-AD3A0DD17F98}"/>
                </a:ext>
              </a:extLst>
            </p:cNvPr>
            <p:cNvSpPr/>
            <p:nvPr/>
          </p:nvSpPr>
          <p:spPr>
            <a:xfrm rot="5400000">
              <a:off x="724831" y="674899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52">
              <a:extLst>
                <a:ext uri="{FF2B5EF4-FFF2-40B4-BE49-F238E27FC236}">
                  <a16:creationId xmlns:a16="http://schemas.microsoft.com/office/drawing/2014/main" id="{36D6DDED-D2BC-47F7-5941-F9700E44832C}"/>
                </a:ext>
              </a:extLst>
            </p:cNvPr>
            <p:cNvSpPr/>
            <p:nvPr/>
          </p:nvSpPr>
          <p:spPr>
            <a:xfrm rot="5400000">
              <a:off x="809373" y="590407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52">
              <a:extLst>
                <a:ext uri="{FF2B5EF4-FFF2-40B4-BE49-F238E27FC236}">
                  <a16:creationId xmlns:a16="http://schemas.microsoft.com/office/drawing/2014/main" id="{473A5935-AFDE-43C1-BCE5-7A2A14C4E8DB}"/>
                </a:ext>
              </a:extLst>
            </p:cNvPr>
            <p:cNvSpPr/>
            <p:nvPr/>
          </p:nvSpPr>
          <p:spPr>
            <a:xfrm rot="5400000">
              <a:off x="896162" y="503568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52">
              <a:extLst>
                <a:ext uri="{FF2B5EF4-FFF2-40B4-BE49-F238E27FC236}">
                  <a16:creationId xmlns:a16="http://schemas.microsoft.com/office/drawing/2014/main" id="{381A6454-3640-4521-8272-96B1C5F6EEB2}"/>
                </a:ext>
              </a:extLst>
            </p:cNvPr>
            <p:cNvSpPr/>
            <p:nvPr/>
          </p:nvSpPr>
          <p:spPr>
            <a:xfrm rot="5400000">
              <a:off x="1128922" y="974553"/>
              <a:ext cx="78225" cy="78275"/>
            </a:xfrm>
            <a:custGeom>
              <a:avLst/>
              <a:gdLst/>
              <a:ahLst/>
              <a:cxnLst/>
              <a:rect l="l" t="t" r="r" b="b"/>
              <a:pathLst>
                <a:path w="1567" h="1568" extrusionOk="0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52">
              <a:extLst>
                <a:ext uri="{FF2B5EF4-FFF2-40B4-BE49-F238E27FC236}">
                  <a16:creationId xmlns:a16="http://schemas.microsoft.com/office/drawing/2014/main" id="{5E29EC89-D8FC-0275-3980-863A360603BA}"/>
                </a:ext>
              </a:extLst>
            </p:cNvPr>
            <p:cNvSpPr/>
            <p:nvPr/>
          </p:nvSpPr>
          <p:spPr>
            <a:xfrm rot="5400000">
              <a:off x="1053744" y="899371"/>
              <a:ext cx="228585" cy="228635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2">
              <a:extLst>
                <a:ext uri="{FF2B5EF4-FFF2-40B4-BE49-F238E27FC236}">
                  <a16:creationId xmlns:a16="http://schemas.microsoft.com/office/drawing/2014/main" id="{0B43AF7D-BC68-5C94-6635-099CA7BB254D}"/>
                </a:ext>
              </a:extLst>
            </p:cNvPr>
            <p:cNvSpPr/>
            <p:nvPr/>
          </p:nvSpPr>
          <p:spPr>
            <a:xfrm rot="5400000">
              <a:off x="1857628" y="409291"/>
              <a:ext cx="123602" cy="123552"/>
            </a:xfrm>
            <a:custGeom>
              <a:avLst/>
              <a:gdLst/>
              <a:ahLst/>
              <a:cxnLst/>
              <a:rect l="l" t="t" r="r" b="b"/>
              <a:pathLst>
                <a:path w="2476" h="2475" extrusionOk="0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52">
              <a:extLst>
                <a:ext uri="{FF2B5EF4-FFF2-40B4-BE49-F238E27FC236}">
                  <a16:creationId xmlns:a16="http://schemas.microsoft.com/office/drawing/2014/main" id="{12E81474-6D28-D55B-A897-B534CDE0CD37}"/>
                </a:ext>
              </a:extLst>
            </p:cNvPr>
            <p:cNvSpPr/>
            <p:nvPr/>
          </p:nvSpPr>
          <p:spPr>
            <a:xfrm rot="5400000">
              <a:off x="1893395" y="445010"/>
              <a:ext cx="52117" cy="52117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52">
              <a:extLst>
                <a:ext uri="{FF2B5EF4-FFF2-40B4-BE49-F238E27FC236}">
                  <a16:creationId xmlns:a16="http://schemas.microsoft.com/office/drawing/2014/main" id="{D2471792-EFA0-1902-0DBF-45C5426C1532}"/>
                </a:ext>
              </a:extLst>
            </p:cNvPr>
            <p:cNvSpPr/>
            <p:nvPr/>
          </p:nvSpPr>
          <p:spPr>
            <a:xfrm rot="5400000">
              <a:off x="1562392" y="718455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2">
              <a:extLst>
                <a:ext uri="{FF2B5EF4-FFF2-40B4-BE49-F238E27FC236}">
                  <a16:creationId xmlns:a16="http://schemas.microsoft.com/office/drawing/2014/main" id="{52A3ECBD-5232-6AB0-26FD-F721749A8E75}"/>
                </a:ext>
              </a:extLst>
            </p:cNvPr>
            <p:cNvSpPr/>
            <p:nvPr/>
          </p:nvSpPr>
          <p:spPr>
            <a:xfrm rot="5400000">
              <a:off x="1598159" y="754274"/>
              <a:ext cx="52017" cy="52017"/>
            </a:xfrm>
            <a:custGeom>
              <a:avLst/>
              <a:gdLst/>
              <a:ahLst/>
              <a:cxnLst/>
              <a:rect l="l" t="t" r="r" b="b"/>
              <a:pathLst>
                <a:path w="1042" h="1042" extrusionOk="0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2">
              <a:extLst>
                <a:ext uri="{FF2B5EF4-FFF2-40B4-BE49-F238E27FC236}">
                  <a16:creationId xmlns:a16="http://schemas.microsoft.com/office/drawing/2014/main" id="{D0B72F4D-A0C7-F50C-C090-6061F7F4F739}"/>
                </a:ext>
              </a:extLst>
            </p:cNvPr>
            <p:cNvSpPr/>
            <p:nvPr/>
          </p:nvSpPr>
          <p:spPr>
            <a:xfrm rot="5400000">
              <a:off x="1490979" y="1041722"/>
              <a:ext cx="123552" cy="123552"/>
            </a:xfrm>
            <a:custGeom>
              <a:avLst/>
              <a:gdLst/>
              <a:ahLst/>
              <a:cxnLst/>
              <a:rect l="l" t="t" r="r" b="b"/>
              <a:pathLst>
                <a:path w="2475" h="2475" extrusionOk="0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2">
              <a:extLst>
                <a:ext uri="{FF2B5EF4-FFF2-40B4-BE49-F238E27FC236}">
                  <a16:creationId xmlns:a16="http://schemas.microsoft.com/office/drawing/2014/main" id="{BFA4D847-F359-FB65-7634-05D5F22E8F9F}"/>
                </a:ext>
              </a:extLst>
            </p:cNvPr>
            <p:cNvSpPr/>
            <p:nvPr/>
          </p:nvSpPr>
          <p:spPr>
            <a:xfrm rot="5400000">
              <a:off x="1526721" y="1077466"/>
              <a:ext cx="52067" cy="52067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2">
              <a:extLst>
                <a:ext uri="{FF2B5EF4-FFF2-40B4-BE49-F238E27FC236}">
                  <a16:creationId xmlns:a16="http://schemas.microsoft.com/office/drawing/2014/main" id="{9B7E29E7-5C6C-E763-3BD0-571A9484DB4C}"/>
                </a:ext>
              </a:extLst>
            </p:cNvPr>
            <p:cNvSpPr/>
            <p:nvPr/>
          </p:nvSpPr>
          <p:spPr>
            <a:xfrm rot="5400000">
              <a:off x="1251680" y="1103450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52">
              <a:extLst>
                <a:ext uri="{FF2B5EF4-FFF2-40B4-BE49-F238E27FC236}">
                  <a16:creationId xmlns:a16="http://schemas.microsoft.com/office/drawing/2014/main" id="{DC23DDCC-B57C-30DC-EFE0-D2C1C4FD69E1}"/>
                </a:ext>
              </a:extLst>
            </p:cNvPr>
            <p:cNvSpPr/>
            <p:nvPr/>
          </p:nvSpPr>
          <p:spPr>
            <a:xfrm rot="5400000">
              <a:off x="1287422" y="1139244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2">
              <a:extLst>
                <a:ext uri="{FF2B5EF4-FFF2-40B4-BE49-F238E27FC236}">
                  <a16:creationId xmlns:a16="http://schemas.microsoft.com/office/drawing/2014/main" id="{90A1AE2B-BDCF-43C1-8F49-92C1FCA587BD}"/>
                </a:ext>
              </a:extLst>
            </p:cNvPr>
            <p:cNvSpPr/>
            <p:nvPr/>
          </p:nvSpPr>
          <p:spPr>
            <a:xfrm rot="5400000">
              <a:off x="995757" y="1581224"/>
              <a:ext cx="123652" cy="123652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2">
              <a:extLst>
                <a:ext uri="{FF2B5EF4-FFF2-40B4-BE49-F238E27FC236}">
                  <a16:creationId xmlns:a16="http://schemas.microsoft.com/office/drawing/2014/main" id="{EAF5946D-E645-F9FC-55B7-36350B439B98}"/>
                </a:ext>
              </a:extLst>
            </p:cNvPr>
            <p:cNvSpPr/>
            <p:nvPr/>
          </p:nvSpPr>
          <p:spPr>
            <a:xfrm rot="5400000">
              <a:off x="1031524" y="1617043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5" name="Google Shape;2275;p52">
            <a:extLst>
              <a:ext uri="{FF2B5EF4-FFF2-40B4-BE49-F238E27FC236}">
                <a16:creationId xmlns:a16="http://schemas.microsoft.com/office/drawing/2014/main" id="{C88CB3AC-4E73-30B4-56C0-7FF73548D536}"/>
              </a:ext>
            </a:extLst>
          </p:cNvPr>
          <p:cNvGrpSpPr/>
          <p:nvPr/>
        </p:nvGrpSpPr>
        <p:grpSpPr>
          <a:xfrm>
            <a:off x="5859613" y="3894874"/>
            <a:ext cx="3186812" cy="1676249"/>
            <a:chOff x="5859613" y="3894874"/>
            <a:chExt cx="3186812" cy="1676249"/>
          </a:xfrm>
        </p:grpSpPr>
        <p:sp>
          <p:nvSpPr>
            <p:cNvPr id="2276" name="Google Shape;2276;p52">
              <a:extLst>
                <a:ext uri="{FF2B5EF4-FFF2-40B4-BE49-F238E27FC236}">
                  <a16:creationId xmlns:a16="http://schemas.microsoft.com/office/drawing/2014/main" id="{E6350CF3-43C3-5482-0700-0E19A090ED98}"/>
                </a:ext>
              </a:extLst>
            </p:cNvPr>
            <p:cNvSpPr/>
            <p:nvPr/>
          </p:nvSpPr>
          <p:spPr>
            <a:xfrm flipH="1">
              <a:off x="7113983" y="4081301"/>
              <a:ext cx="1610732" cy="1106051"/>
            </a:xfrm>
            <a:custGeom>
              <a:avLst/>
              <a:gdLst/>
              <a:ahLst/>
              <a:cxnLst/>
              <a:rect l="l" t="t" r="r" b="b"/>
              <a:pathLst>
                <a:path w="27528" h="18902" extrusionOk="0">
                  <a:moveTo>
                    <a:pt x="26291" y="0"/>
                  </a:moveTo>
                  <a:cubicBezTo>
                    <a:pt x="25607" y="0"/>
                    <a:pt x="25053" y="555"/>
                    <a:pt x="25053" y="1238"/>
                  </a:cubicBezTo>
                  <a:cubicBezTo>
                    <a:pt x="25053" y="1496"/>
                    <a:pt x="25132" y="1735"/>
                    <a:pt x="25267" y="1932"/>
                  </a:cubicBezTo>
                  <a:lnTo>
                    <a:pt x="24630" y="2568"/>
                  </a:lnTo>
                  <a:lnTo>
                    <a:pt x="13951" y="2568"/>
                  </a:lnTo>
                  <a:cubicBezTo>
                    <a:pt x="13910" y="2568"/>
                    <a:pt x="13871" y="2585"/>
                    <a:pt x="13842" y="2614"/>
                  </a:cubicBezTo>
                  <a:lnTo>
                    <a:pt x="11635" y="4820"/>
                  </a:lnTo>
                  <a:cubicBezTo>
                    <a:pt x="11607" y="4849"/>
                    <a:pt x="11590" y="4888"/>
                    <a:pt x="11590" y="4929"/>
                  </a:cubicBezTo>
                  <a:lnTo>
                    <a:pt x="11590" y="9278"/>
                  </a:lnTo>
                  <a:lnTo>
                    <a:pt x="8136" y="12734"/>
                  </a:lnTo>
                  <a:lnTo>
                    <a:pt x="6029" y="12734"/>
                  </a:lnTo>
                  <a:cubicBezTo>
                    <a:pt x="5988" y="12734"/>
                    <a:pt x="5949" y="12749"/>
                    <a:pt x="5921" y="12779"/>
                  </a:cubicBezTo>
                  <a:lnTo>
                    <a:pt x="61" y="18639"/>
                  </a:lnTo>
                  <a:cubicBezTo>
                    <a:pt x="0" y="18698"/>
                    <a:pt x="0" y="18796"/>
                    <a:pt x="61" y="18856"/>
                  </a:cubicBezTo>
                  <a:cubicBezTo>
                    <a:pt x="90" y="18886"/>
                    <a:pt x="129" y="18901"/>
                    <a:pt x="169" y="18901"/>
                  </a:cubicBezTo>
                  <a:cubicBezTo>
                    <a:pt x="208" y="18901"/>
                    <a:pt x="247" y="18886"/>
                    <a:pt x="278" y="18856"/>
                  </a:cubicBezTo>
                  <a:lnTo>
                    <a:pt x="6092" y="13041"/>
                  </a:lnTo>
                  <a:lnTo>
                    <a:pt x="8199" y="13041"/>
                  </a:lnTo>
                  <a:cubicBezTo>
                    <a:pt x="8240" y="13041"/>
                    <a:pt x="8279" y="13025"/>
                    <a:pt x="8307" y="12996"/>
                  </a:cubicBezTo>
                  <a:lnTo>
                    <a:pt x="11853" y="9451"/>
                  </a:lnTo>
                  <a:cubicBezTo>
                    <a:pt x="11881" y="9421"/>
                    <a:pt x="11898" y="9382"/>
                    <a:pt x="11898" y="9342"/>
                  </a:cubicBezTo>
                  <a:lnTo>
                    <a:pt x="11898" y="4993"/>
                  </a:lnTo>
                  <a:lnTo>
                    <a:pt x="14015" y="2876"/>
                  </a:lnTo>
                  <a:lnTo>
                    <a:pt x="24694" y="2876"/>
                  </a:lnTo>
                  <a:cubicBezTo>
                    <a:pt x="24735" y="2876"/>
                    <a:pt x="24774" y="2860"/>
                    <a:pt x="24802" y="2831"/>
                  </a:cubicBezTo>
                  <a:lnTo>
                    <a:pt x="25474" y="2160"/>
                  </a:lnTo>
                  <a:cubicBezTo>
                    <a:pt x="25693" y="2354"/>
                    <a:pt x="25976" y="2475"/>
                    <a:pt x="26291" y="2475"/>
                  </a:cubicBezTo>
                  <a:cubicBezTo>
                    <a:pt x="26974" y="2475"/>
                    <a:pt x="27527" y="1920"/>
                    <a:pt x="27527" y="1237"/>
                  </a:cubicBezTo>
                  <a:cubicBezTo>
                    <a:pt x="27527" y="555"/>
                    <a:pt x="26974" y="0"/>
                    <a:pt x="26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2">
              <a:extLst>
                <a:ext uri="{FF2B5EF4-FFF2-40B4-BE49-F238E27FC236}">
                  <a16:creationId xmlns:a16="http://schemas.microsoft.com/office/drawing/2014/main" id="{02F86A12-CDC7-35D2-4727-21F543B7B656}"/>
                </a:ext>
              </a:extLst>
            </p:cNvPr>
            <p:cNvSpPr/>
            <p:nvPr/>
          </p:nvSpPr>
          <p:spPr>
            <a:xfrm flipH="1">
              <a:off x="7155899" y="4123198"/>
              <a:ext cx="60970" cy="61031"/>
            </a:xfrm>
            <a:custGeom>
              <a:avLst/>
              <a:gdLst/>
              <a:ahLst/>
              <a:cxnLst/>
              <a:rect l="l" t="t" r="r" b="b"/>
              <a:pathLst>
                <a:path w="1042" h="1043" extrusionOk="0">
                  <a:moveTo>
                    <a:pt x="522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2">
              <a:extLst>
                <a:ext uri="{FF2B5EF4-FFF2-40B4-BE49-F238E27FC236}">
                  <a16:creationId xmlns:a16="http://schemas.microsoft.com/office/drawing/2014/main" id="{AF2CDF39-FC33-46C9-CE81-A4CF59A38615}"/>
                </a:ext>
              </a:extLst>
            </p:cNvPr>
            <p:cNvSpPr/>
            <p:nvPr/>
          </p:nvSpPr>
          <p:spPr>
            <a:xfrm flipH="1">
              <a:off x="7658547" y="4332212"/>
              <a:ext cx="592088" cy="855138"/>
            </a:xfrm>
            <a:custGeom>
              <a:avLst/>
              <a:gdLst/>
              <a:ahLst/>
              <a:cxnLst/>
              <a:rect l="l" t="t" r="r" b="b"/>
              <a:pathLst>
                <a:path w="10119" h="14614" extrusionOk="0">
                  <a:moveTo>
                    <a:pt x="8882" y="0"/>
                  </a:moveTo>
                  <a:cubicBezTo>
                    <a:pt x="8198" y="0"/>
                    <a:pt x="7644" y="554"/>
                    <a:pt x="7644" y="1237"/>
                  </a:cubicBezTo>
                  <a:cubicBezTo>
                    <a:pt x="7644" y="1613"/>
                    <a:pt x="7815" y="1945"/>
                    <a:pt x="8079" y="2172"/>
                  </a:cubicBezTo>
                  <a:lnTo>
                    <a:pt x="6536" y="3716"/>
                  </a:lnTo>
                  <a:cubicBezTo>
                    <a:pt x="6507" y="3744"/>
                    <a:pt x="6491" y="3783"/>
                    <a:pt x="6491" y="3825"/>
                  </a:cubicBezTo>
                  <a:lnTo>
                    <a:pt x="6491" y="6474"/>
                  </a:lnTo>
                  <a:lnTo>
                    <a:pt x="3099" y="9864"/>
                  </a:lnTo>
                  <a:cubicBezTo>
                    <a:pt x="3071" y="9894"/>
                    <a:pt x="3055" y="9933"/>
                    <a:pt x="3055" y="9973"/>
                  </a:cubicBezTo>
                  <a:lnTo>
                    <a:pt x="3055" y="11357"/>
                  </a:lnTo>
                  <a:lnTo>
                    <a:pt x="61" y="14351"/>
                  </a:lnTo>
                  <a:cubicBezTo>
                    <a:pt x="1" y="14411"/>
                    <a:pt x="1" y="14508"/>
                    <a:pt x="61" y="14568"/>
                  </a:cubicBezTo>
                  <a:cubicBezTo>
                    <a:pt x="91" y="14598"/>
                    <a:pt x="130" y="14613"/>
                    <a:pt x="170" y="14613"/>
                  </a:cubicBezTo>
                  <a:cubicBezTo>
                    <a:pt x="209" y="14613"/>
                    <a:pt x="248" y="14598"/>
                    <a:pt x="279" y="14568"/>
                  </a:cubicBezTo>
                  <a:lnTo>
                    <a:pt x="3317" y="11530"/>
                  </a:lnTo>
                  <a:cubicBezTo>
                    <a:pt x="3345" y="11501"/>
                    <a:pt x="3362" y="11462"/>
                    <a:pt x="3362" y="11421"/>
                  </a:cubicBezTo>
                  <a:lnTo>
                    <a:pt x="3362" y="10037"/>
                  </a:lnTo>
                  <a:lnTo>
                    <a:pt x="6754" y="6646"/>
                  </a:lnTo>
                  <a:cubicBezTo>
                    <a:pt x="6782" y="6617"/>
                    <a:pt x="6799" y="6578"/>
                    <a:pt x="6799" y="6538"/>
                  </a:cubicBezTo>
                  <a:lnTo>
                    <a:pt x="6799" y="3888"/>
                  </a:lnTo>
                  <a:lnTo>
                    <a:pt x="8341" y="2346"/>
                  </a:lnTo>
                  <a:cubicBezTo>
                    <a:pt x="8504" y="2425"/>
                    <a:pt x="8686" y="2475"/>
                    <a:pt x="8882" y="2475"/>
                  </a:cubicBezTo>
                  <a:cubicBezTo>
                    <a:pt x="9565" y="2475"/>
                    <a:pt x="10118" y="1920"/>
                    <a:pt x="10118" y="1237"/>
                  </a:cubicBezTo>
                  <a:cubicBezTo>
                    <a:pt x="10118" y="554"/>
                    <a:pt x="9565" y="0"/>
                    <a:pt x="8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2">
              <a:extLst>
                <a:ext uri="{FF2B5EF4-FFF2-40B4-BE49-F238E27FC236}">
                  <a16:creationId xmlns:a16="http://schemas.microsoft.com/office/drawing/2014/main" id="{4A924B84-2DE3-0BE8-98A4-1F36D11A9E7C}"/>
                </a:ext>
              </a:extLst>
            </p:cNvPr>
            <p:cNvSpPr/>
            <p:nvPr/>
          </p:nvSpPr>
          <p:spPr>
            <a:xfrm flipH="1">
              <a:off x="7700488" y="4374050"/>
              <a:ext cx="60970" cy="61090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0"/>
                  </a:moveTo>
                  <a:cubicBezTo>
                    <a:pt x="233" y="0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5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2">
              <a:extLst>
                <a:ext uri="{FF2B5EF4-FFF2-40B4-BE49-F238E27FC236}">
                  <a16:creationId xmlns:a16="http://schemas.microsoft.com/office/drawing/2014/main" id="{EFB27729-1023-9F3C-B42B-B8CF74FFEB1F}"/>
                </a:ext>
              </a:extLst>
            </p:cNvPr>
            <p:cNvSpPr/>
            <p:nvPr/>
          </p:nvSpPr>
          <p:spPr>
            <a:xfrm flipH="1">
              <a:off x="7352686" y="4362639"/>
              <a:ext cx="257865" cy="824710"/>
            </a:xfrm>
            <a:custGeom>
              <a:avLst/>
              <a:gdLst/>
              <a:ahLst/>
              <a:cxnLst/>
              <a:rect l="l" t="t" r="r" b="b"/>
              <a:pathLst>
                <a:path w="4407" h="14094" extrusionOk="0">
                  <a:moveTo>
                    <a:pt x="3169" y="0"/>
                  </a:moveTo>
                  <a:cubicBezTo>
                    <a:pt x="3169" y="0"/>
                    <a:pt x="3169" y="0"/>
                    <a:pt x="3170" y="0"/>
                  </a:cubicBezTo>
                  <a:lnTo>
                    <a:pt x="3170" y="0"/>
                  </a:lnTo>
                  <a:cubicBezTo>
                    <a:pt x="3170" y="0"/>
                    <a:pt x="3170" y="0"/>
                    <a:pt x="3170" y="0"/>
                  </a:cubicBezTo>
                  <a:close/>
                  <a:moveTo>
                    <a:pt x="3170" y="0"/>
                  </a:moveTo>
                  <a:cubicBezTo>
                    <a:pt x="2486" y="1"/>
                    <a:pt x="1932" y="555"/>
                    <a:pt x="1932" y="1238"/>
                  </a:cubicBezTo>
                  <a:cubicBezTo>
                    <a:pt x="1932" y="1522"/>
                    <a:pt x="2032" y="1781"/>
                    <a:pt x="2192" y="1989"/>
                  </a:cubicBezTo>
                  <a:lnTo>
                    <a:pt x="46" y="4136"/>
                  </a:lnTo>
                  <a:cubicBezTo>
                    <a:pt x="17" y="4165"/>
                    <a:pt x="1" y="4204"/>
                    <a:pt x="1" y="4244"/>
                  </a:cubicBezTo>
                  <a:lnTo>
                    <a:pt x="1" y="13940"/>
                  </a:lnTo>
                  <a:cubicBezTo>
                    <a:pt x="1" y="14023"/>
                    <a:pt x="69" y="14093"/>
                    <a:pt x="154" y="14093"/>
                  </a:cubicBezTo>
                  <a:cubicBezTo>
                    <a:pt x="239" y="14093"/>
                    <a:pt x="308" y="14023"/>
                    <a:pt x="308" y="13940"/>
                  </a:cubicBezTo>
                  <a:lnTo>
                    <a:pt x="308" y="4308"/>
                  </a:lnTo>
                  <a:lnTo>
                    <a:pt x="2409" y="2208"/>
                  </a:lnTo>
                  <a:cubicBezTo>
                    <a:pt x="2619" y="2373"/>
                    <a:pt x="2882" y="2475"/>
                    <a:pt x="3169" y="2475"/>
                  </a:cubicBezTo>
                  <a:cubicBezTo>
                    <a:pt x="3852" y="2475"/>
                    <a:pt x="4407" y="1921"/>
                    <a:pt x="4407" y="1238"/>
                  </a:cubicBezTo>
                  <a:cubicBezTo>
                    <a:pt x="4407" y="555"/>
                    <a:pt x="3854" y="1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2">
              <a:extLst>
                <a:ext uri="{FF2B5EF4-FFF2-40B4-BE49-F238E27FC236}">
                  <a16:creationId xmlns:a16="http://schemas.microsoft.com/office/drawing/2014/main" id="{443F0CF0-5862-D678-4472-EDB81163A520}"/>
                </a:ext>
              </a:extLst>
            </p:cNvPr>
            <p:cNvSpPr/>
            <p:nvPr/>
          </p:nvSpPr>
          <p:spPr>
            <a:xfrm flipH="1">
              <a:off x="7394577" y="4404536"/>
              <a:ext cx="61029" cy="61090"/>
            </a:xfrm>
            <a:custGeom>
              <a:avLst/>
              <a:gdLst/>
              <a:ahLst/>
              <a:cxnLst/>
              <a:rect l="l" t="t" r="r" b="b"/>
              <a:pathLst>
                <a:path w="1043" h="1044" extrusionOk="0">
                  <a:moveTo>
                    <a:pt x="522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2">
              <a:extLst>
                <a:ext uri="{FF2B5EF4-FFF2-40B4-BE49-F238E27FC236}">
                  <a16:creationId xmlns:a16="http://schemas.microsoft.com/office/drawing/2014/main" id="{06ABA78F-779C-08EE-AF83-18B3F3C6A1CC}"/>
                </a:ext>
              </a:extLst>
            </p:cNvPr>
            <p:cNvSpPr/>
            <p:nvPr/>
          </p:nvSpPr>
          <p:spPr>
            <a:xfrm flipH="1">
              <a:off x="7011085" y="4322674"/>
              <a:ext cx="383549" cy="864676"/>
            </a:xfrm>
            <a:custGeom>
              <a:avLst/>
              <a:gdLst/>
              <a:ahLst/>
              <a:cxnLst/>
              <a:rect l="l" t="t" r="r" b="b"/>
              <a:pathLst>
                <a:path w="6555" h="14777" extrusionOk="0">
                  <a:moveTo>
                    <a:pt x="5318" y="0"/>
                  </a:moveTo>
                  <a:lnTo>
                    <a:pt x="5318" y="1"/>
                  </a:lnTo>
                  <a:cubicBezTo>
                    <a:pt x="4634" y="1"/>
                    <a:pt x="4080" y="555"/>
                    <a:pt x="4080" y="1238"/>
                  </a:cubicBezTo>
                  <a:cubicBezTo>
                    <a:pt x="4080" y="1499"/>
                    <a:pt x="4162" y="1740"/>
                    <a:pt x="4300" y="1939"/>
                  </a:cubicBezTo>
                  <a:lnTo>
                    <a:pt x="2650" y="3589"/>
                  </a:lnTo>
                  <a:cubicBezTo>
                    <a:pt x="2621" y="3618"/>
                    <a:pt x="2605" y="3657"/>
                    <a:pt x="2605" y="3698"/>
                  </a:cubicBezTo>
                  <a:lnTo>
                    <a:pt x="2605" y="9205"/>
                  </a:lnTo>
                  <a:lnTo>
                    <a:pt x="45" y="11764"/>
                  </a:lnTo>
                  <a:cubicBezTo>
                    <a:pt x="17" y="11792"/>
                    <a:pt x="0" y="11831"/>
                    <a:pt x="0" y="11873"/>
                  </a:cubicBezTo>
                  <a:lnTo>
                    <a:pt x="0" y="14623"/>
                  </a:lnTo>
                  <a:cubicBezTo>
                    <a:pt x="0" y="14706"/>
                    <a:pt x="69" y="14776"/>
                    <a:pt x="154" y="14776"/>
                  </a:cubicBezTo>
                  <a:cubicBezTo>
                    <a:pt x="239" y="14776"/>
                    <a:pt x="308" y="14706"/>
                    <a:pt x="308" y="14623"/>
                  </a:cubicBezTo>
                  <a:lnTo>
                    <a:pt x="308" y="11937"/>
                  </a:lnTo>
                  <a:lnTo>
                    <a:pt x="2867" y="9377"/>
                  </a:lnTo>
                  <a:cubicBezTo>
                    <a:pt x="2897" y="9348"/>
                    <a:pt x="2912" y="9309"/>
                    <a:pt x="2912" y="9268"/>
                  </a:cubicBezTo>
                  <a:lnTo>
                    <a:pt x="2912" y="3762"/>
                  </a:lnTo>
                  <a:lnTo>
                    <a:pt x="4507" y="2166"/>
                  </a:lnTo>
                  <a:cubicBezTo>
                    <a:pt x="4724" y="2356"/>
                    <a:pt x="5006" y="2476"/>
                    <a:pt x="5318" y="2476"/>
                  </a:cubicBezTo>
                  <a:cubicBezTo>
                    <a:pt x="6001" y="2476"/>
                    <a:pt x="6554" y="1921"/>
                    <a:pt x="6554" y="1238"/>
                  </a:cubicBezTo>
                  <a:cubicBezTo>
                    <a:pt x="6554" y="555"/>
                    <a:pt x="6001" y="0"/>
                    <a:pt x="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2">
              <a:extLst>
                <a:ext uri="{FF2B5EF4-FFF2-40B4-BE49-F238E27FC236}">
                  <a16:creationId xmlns:a16="http://schemas.microsoft.com/office/drawing/2014/main" id="{59931B4F-303B-628C-9FB6-3BD14C1878C9}"/>
                </a:ext>
              </a:extLst>
            </p:cNvPr>
            <p:cNvSpPr/>
            <p:nvPr/>
          </p:nvSpPr>
          <p:spPr>
            <a:xfrm flipH="1">
              <a:off x="7052914" y="4364570"/>
              <a:ext cx="61087" cy="61090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10"/>
                    <a:pt x="234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2">
              <a:extLst>
                <a:ext uri="{FF2B5EF4-FFF2-40B4-BE49-F238E27FC236}">
                  <a16:creationId xmlns:a16="http://schemas.microsoft.com/office/drawing/2014/main" id="{ADAB2730-FB12-8D1D-AE48-5BABD432F892}"/>
                </a:ext>
              </a:extLst>
            </p:cNvPr>
            <p:cNvSpPr/>
            <p:nvPr/>
          </p:nvSpPr>
          <p:spPr>
            <a:xfrm flipH="1">
              <a:off x="6980641" y="3894874"/>
              <a:ext cx="2065784" cy="1292479"/>
            </a:xfrm>
            <a:custGeom>
              <a:avLst/>
              <a:gdLst/>
              <a:ahLst/>
              <a:cxnLst/>
              <a:rect l="l" t="t" r="r" b="b"/>
              <a:pathLst>
                <a:path w="35305" h="22088" extrusionOk="0">
                  <a:moveTo>
                    <a:pt x="34068" y="0"/>
                  </a:moveTo>
                  <a:lnTo>
                    <a:pt x="34068" y="2"/>
                  </a:lnTo>
                  <a:cubicBezTo>
                    <a:pt x="33417" y="2"/>
                    <a:pt x="32889" y="505"/>
                    <a:pt x="32840" y="1142"/>
                  </a:cubicBezTo>
                  <a:lnTo>
                    <a:pt x="30174" y="1142"/>
                  </a:lnTo>
                  <a:cubicBezTo>
                    <a:pt x="30133" y="1142"/>
                    <a:pt x="30094" y="1159"/>
                    <a:pt x="30065" y="1187"/>
                  </a:cubicBezTo>
                  <a:lnTo>
                    <a:pt x="28175" y="3078"/>
                  </a:lnTo>
                  <a:lnTo>
                    <a:pt x="23925" y="3078"/>
                  </a:lnTo>
                  <a:lnTo>
                    <a:pt x="22560" y="1712"/>
                  </a:lnTo>
                  <a:cubicBezTo>
                    <a:pt x="22531" y="1684"/>
                    <a:pt x="22492" y="1667"/>
                    <a:pt x="22451" y="1667"/>
                  </a:cubicBezTo>
                  <a:lnTo>
                    <a:pt x="18617" y="1667"/>
                  </a:lnTo>
                  <a:cubicBezTo>
                    <a:pt x="18576" y="1667"/>
                    <a:pt x="18537" y="1684"/>
                    <a:pt x="18508" y="1712"/>
                  </a:cubicBezTo>
                  <a:lnTo>
                    <a:pt x="15949" y="4272"/>
                  </a:lnTo>
                  <a:lnTo>
                    <a:pt x="13335" y="4272"/>
                  </a:lnTo>
                  <a:cubicBezTo>
                    <a:pt x="13295" y="4272"/>
                    <a:pt x="13256" y="4288"/>
                    <a:pt x="13226" y="4317"/>
                  </a:cubicBezTo>
                  <a:lnTo>
                    <a:pt x="11853" y="5692"/>
                  </a:lnTo>
                  <a:cubicBezTo>
                    <a:pt x="11823" y="5720"/>
                    <a:pt x="11806" y="5759"/>
                    <a:pt x="11806" y="5800"/>
                  </a:cubicBezTo>
                  <a:lnTo>
                    <a:pt x="11806" y="10077"/>
                  </a:lnTo>
                  <a:lnTo>
                    <a:pt x="60" y="21825"/>
                  </a:lnTo>
                  <a:cubicBezTo>
                    <a:pt x="0" y="21884"/>
                    <a:pt x="0" y="21982"/>
                    <a:pt x="60" y="22041"/>
                  </a:cubicBezTo>
                  <a:cubicBezTo>
                    <a:pt x="90" y="22072"/>
                    <a:pt x="129" y="22087"/>
                    <a:pt x="169" y="22087"/>
                  </a:cubicBezTo>
                  <a:cubicBezTo>
                    <a:pt x="208" y="22087"/>
                    <a:pt x="247" y="22072"/>
                    <a:pt x="278" y="22041"/>
                  </a:cubicBezTo>
                  <a:lnTo>
                    <a:pt x="12070" y="10249"/>
                  </a:lnTo>
                  <a:cubicBezTo>
                    <a:pt x="12098" y="10220"/>
                    <a:pt x="12115" y="10181"/>
                    <a:pt x="12115" y="10140"/>
                  </a:cubicBezTo>
                  <a:lnTo>
                    <a:pt x="12115" y="5864"/>
                  </a:lnTo>
                  <a:lnTo>
                    <a:pt x="13399" y="4579"/>
                  </a:lnTo>
                  <a:lnTo>
                    <a:pt x="16013" y="4579"/>
                  </a:lnTo>
                  <a:cubicBezTo>
                    <a:pt x="16053" y="4579"/>
                    <a:pt x="16092" y="4563"/>
                    <a:pt x="16121" y="4534"/>
                  </a:cubicBezTo>
                  <a:lnTo>
                    <a:pt x="18681" y="1975"/>
                  </a:lnTo>
                  <a:lnTo>
                    <a:pt x="22387" y="1975"/>
                  </a:lnTo>
                  <a:lnTo>
                    <a:pt x="23754" y="3340"/>
                  </a:lnTo>
                  <a:cubicBezTo>
                    <a:pt x="23782" y="3369"/>
                    <a:pt x="23821" y="3385"/>
                    <a:pt x="23862" y="3385"/>
                  </a:cubicBezTo>
                  <a:lnTo>
                    <a:pt x="28239" y="3385"/>
                  </a:lnTo>
                  <a:cubicBezTo>
                    <a:pt x="28280" y="3385"/>
                    <a:pt x="28319" y="3369"/>
                    <a:pt x="28347" y="3340"/>
                  </a:cubicBezTo>
                  <a:lnTo>
                    <a:pt x="30238" y="1450"/>
                  </a:lnTo>
                  <a:lnTo>
                    <a:pt x="32852" y="1450"/>
                  </a:lnTo>
                  <a:cubicBezTo>
                    <a:pt x="32952" y="2031"/>
                    <a:pt x="33457" y="2476"/>
                    <a:pt x="34068" y="2476"/>
                  </a:cubicBezTo>
                  <a:cubicBezTo>
                    <a:pt x="34751" y="2476"/>
                    <a:pt x="35305" y="1922"/>
                    <a:pt x="35305" y="1238"/>
                  </a:cubicBezTo>
                  <a:cubicBezTo>
                    <a:pt x="35305" y="555"/>
                    <a:pt x="34751" y="0"/>
                    <a:pt x="34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2">
              <a:extLst>
                <a:ext uri="{FF2B5EF4-FFF2-40B4-BE49-F238E27FC236}">
                  <a16:creationId xmlns:a16="http://schemas.microsoft.com/office/drawing/2014/main" id="{8D0769B8-E788-68A4-6334-E9956093A264}"/>
                </a:ext>
              </a:extLst>
            </p:cNvPr>
            <p:cNvSpPr/>
            <p:nvPr/>
          </p:nvSpPr>
          <p:spPr>
            <a:xfrm flipH="1">
              <a:off x="7022487" y="3936888"/>
              <a:ext cx="61029" cy="60973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2">
              <a:extLst>
                <a:ext uri="{FF2B5EF4-FFF2-40B4-BE49-F238E27FC236}">
                  <a16:creationId xmlns:a16="http://schemas.microsoft.com/office/drawing/2014/main" id="{93683660-C371-8A7C-033D-0856CDC5A095}"/>
                </a:ext>
              </a:extLst>
            </p:cNvPr>
            <p:cNvSpPr/>
            <p:nvPr/>
          </p:nvSpPr>
          <p:spPr>
            <a:xfrm rot="2576386">
              <a:off x="6242491" y="4224239"/>
              <a:ext cx="548115" cy="1339655"/>
            </a:xfrm>
            <a:custGeom>
              <a:avLst/>
              <a:gdLst/>
              <a:ahLst/>
              <a:cxnLst/>
              <a:rect l="l" t="t" r="r" b="b"/>
              <a:pathLst>
                <a:path w="9367" h="22894" extrusionOk="0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2">
              <a:extLst>
                <a:ext uri="{FF2B5EF4-FFF2-40B4-BE49-F238E27FC236}">
                  <a16:creationId xmlns:a16="http://schemas.microsoft.com/office/drawing/2014/main" id="{39D70C2E-6892-A14D-3557-38F187580C1A}"/>
                </a:ext>
              </a:extLst>
            </p:cNvPr>
            <p:cNvSpPr/>
            <p:nvPr/>
          </p:nvSpPr>
          <p:spPr>
            <a:xfrm rot="2576386">
              <a:off x="6773597" y="4315172"/>
              <a:ext cx="61090" cy="60973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2">
              <a:extLst>
                <a:ext uri="{FF2B5EF4-FFF2-40B4-BE49-F238E27FC236}">
                  <a16:creationId xmlns:a16="http://schemas.microsoft.com/office/drawing/2014/main" id="{4E605DC4-94A9-5AC1-97AF-3128273B89BB}"/>
                </a:ext>
              </a:extLst>
            </p:cNvPr>
            <p:cNvSpPr/>
            <p:nvPr/>
          </p:nvSpPr>
          <p:spPr>
            <a:xfrm flipH="1">
              <a:off x="7555726" y="4571946"/>
              <a:ext cx="91631" cy="91752"/>
            </a:xfrm>
            <a:custGeom>
              <a:avLst/>
              <a:gdLst/>
              <a:ahLst/>
              <a:cxnLst/>
              <a:rect l="l" t="t" r="r" b="b"/>
              <a:pathLst>
                <a:path w="1566" h="1568" extrusionOk="0">
                  <a:moveTo>
                    <a:pt x="783" y="1"/>
                  </a:moveTo>
                  <a:cubicBezTo>
                    <a:pt x="351" y="1"/>
                    <a:pt x="1" y="352"/>
                    <a:pt x="1" y="783"/>
                  </a:cubicBezTo>
                  <a:cubicBezTo>
                    <a:pt x="1" y="1216"/>
                    <a:pt x="351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2">
              <a:extLst>
                <a:ext uri="{FF2B5EF4-FFF2-40B4-BE49-F238E27FC236}">
                  <a16:creationId xmlns:a16="http://schemas.microsoft.com/office/drawing/2014/main" id="{A62F5D85-98EB-BC6A-EC3A-6DBA5B2B1055}"/>
                </a:ext>
              </a:extLst>
            </p:cNvPr>
            <p:cNvSpPr/>
            <p:nvPr/>
          </p:nvSpPr>
          <p:spPr>
            <a:xfrm flipH="1">
              <a:off x="7467491" y="4483823"/>
              <a:ext cx="267987" cy="267999"/>
            </a:xfrm>
            <a:custGeom>
              <a:avLst/>
              <a:gdLst/>
              <a:ahLst/>
              <a:cxnLst/>
              <a:rect l="l" t="t" r="r" b="b"/>
              <a:pathLst>
                <a:path w="4580" h="4580" extrusionOk="0">
                  <a:moveTo>
                    <a:pt x="2289" y="154"/>
                  </a:moveTo>
                  <a:cubicBezTo>
                    <a:pt x="3467" y="154"/>
                    <a:pt x="4426" y="1112"/>
                    <a:pt x="4426" y="2289"/>
                  </a:cubicBezTo>
                  <a:cubicBezTo>
                    <a:pt x="4426" y="3468"/>
                    <a:pt x="3467" y="4426"/>
                    <a:pt x="2289" y="4426"/>
                  </a:cubicBezTo>
                  <a:cubicBezTo>
                    <a:pt x="1112" y="4426"/>
                    <a:pt x="154" y="3468"/>
                    <a:pt x="154" y="2289"/>
                  </a:cubicBezTo>
                  <a:cubicBezTo>
                    <a:pt x="154" y="1112"/>
                    <a:pt x="1112" y="154"/>
                    <a:pt x="2289" y="154"/>
                  </a:cubicBezTo>
                  <a:close/>
                  <a:moveTo>
                    <a:pt x="2289" y="1"/>
                  </a:moveTo>
                  <a:cubicBezTo>
                    <a:pt x="1027" y="1"/>
                    <a:pt x="1" y="1028"/>
                    <a:pt x="1" y="2289"/>
                  </a:cubicBezTo>
                  <a:cubicBezTo>
                    <a:pt x="1" y="3552"/>
                    <a:pt x="1027" y="4579"/>
                    <a:pt x="2289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2">
              <a:extLst>
                <a:ext uri="{FF2B5EF4-FFF2-40B4-BE49-F238E27FC236}">
                  <a16:creationId xmlns:a16="http://schemas.microsoft.com/office/drawing/2014/main" id="{2AFDB1E2-6366-74E5-FA3B-FC938D824382}"/>
                </a:ext>
              </a:extLst>
            </p:cNvPr>
            <p:cNvSpPr/>
            <p:nvPr/>
          </p:nvSpPr>
          <p:spPr>
            <a:xfrm rot="2576386">
              <a:off x="6188745" y="4762327"/>
              <a:ext cx="91635" cy="91694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2">
              <a:extLst>
                <a:ext uri="{FF2B5EF4-FFF2-40B4-BE49-F238E27FC236}">
                  <a16:creationId xmlns:a16="http://schemas.microsoft.com/office/drawing/2014/main" id="{28EF645A-0D1B-F292-E2D5-A23E943949B0}"/>
                </a:ext>
              </a:extLst>
            </p:cNvPr>
            <p:cNvSpPr/>
            <p:nvPr/>
          </p:nvSpPr>
          <p:spPr>
            <a:xfrm rot="2576386">
              <a:off x="6100556" y="4674205"/>
              <a:ext cx="268001" cy="26794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2">
              <a:extLst>
                <a:ext uri="{FF2B5EF4-FFF2-40B4-BE49-F238E27FC236}">
                  <a16:creationId xmlns:a16="http://schemas.microsoft.com/office/drawing/2014/main" id="{DC167E21-9491-A3C3-0DCA-AAF6C49654C7}"/>
                </a:ext>
              </a:extLst>
            </p:cNvPr>
            <p:cNvSpPr/>
            <p:nvPr/>
          </p:nvSpPr>
          <p:spPr>
            <a:xfrm flipH="1">
              <a:off x="7465557" y="4179196"/>
              <a:ext cx="138558" cy="138446"/>
            </a:xfrm>
            <a:custGeom>
              <a:avLst/>
              <a:gdLst/>
              <a:ahLst/>
              <a:cxnLst/>
              <a:rect l="l" t="t" r="r" b="b"/>
              <a:pathLst>
                <a:path w="2368" h="2366" extrusionOk="0">
                  <a:moveTo>
                    <a:pt x="1184" y="154"/>
                  </a:moveTo>
                  <a:cubicBezTo>
                    <a:pt x="1751" y="154"/>
                    <a:pt x="2214" y="615"/>
                    <a:pt x="2214" y="1182"/>
                  </a:cubicBezTo>
                  <a:cubicBezTo>
                    <a:pt x="2214" y="1750"/>
                    <a:pt x="1751" y="2212"/>
                    <a:pt x="1184" y="2212"/>
                  </a:cubicBezTo>
                  <a:cubicBezTo>
                    <a:pt x="617" y="2212"/>
                    <a:pt x="154" y="1750"/>
                    <a:pt x="154" y="1182"/>
                  </a:cubicBezTo>
                  <a:cubicBezTo>
                    <a:pt x="154" y="615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0"/>
                    <a:pt x="1" y="1182"/>
                  </a:cubicBezTo>
                  <a:cubicBezTo>
                    <a:pt x="1" y="1835"/>
                    <a:pt x="531" y="2366"/>
                    <a:pt x="1184" y="2366"/>
                  </a:cubicBezTo>
                  <a:cubicBezTo>
                    <a:pt x="1837" y="2366"/>
                    <a:pt x="2367" y="1835"/>
                    <a:pt x="2367" y="1182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07479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logic?</a:t>
            </a:r>
            <a:endParaRPr dirty="0"/>
          </a:p>
        </p:txBody>
      </p:sp>
      <p:grpSp>
        <p:nvGrpSpPr>
          <p:cNvPr id="2087" name="Google Shape;2087;p43"/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/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/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/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2E8BE7AA-29F1-7FE1-F44B-A6218771385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609394"/>
            <a:ext cx="3862630" cy="962355"/>
          </a:xfrm>
        </p:spPr>
        <p:txBody>
          <a:bodyPr/>
          <a:lstStyle/>
          <a:p>
            <a:r>
              <a:rPr lang="en-US" dirty="0"/>
              <a:t>Logic is digital data – ones and zeros</a:t>
            </a:r>
          </a:p>
          <a:p>
            <a:endParaRPr lang="en-US" dirty="0"/>
          </a:p>
          <a:p>
            <a:r>
              <a:rPr lang="en-US" dirty="0"/>
              <a:t>Logic defines timing of pulses</a:t>
            </a:r>
          </a:p>
        </p:txBody>
      </p:sp>
      <p:pic>
        <p:nvPicPr>
          <p:cNvPr id="1028" name="Picture 4" descr="Serial Peripheral Interface (SPI) - SparkFun Learn">
            <a:extLst>
              <a:ext uri="{FF2B5EF4-FFF2-40B4-BE49-F238E27FC236}">
                <a16:creationId xmlns:a16="http://schemas.microsoft.com/office/drawing/2014/main" id="{979107B2-EC78-811E-534F-9119BB6EA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829" y="1657656"/>
            <a:ext cx="3560774" cy="252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583DB25E-7275-3A80-E69C-2BEF4FA7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203A4319-FF21-7F72-9984-1ED29089B5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not logic?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C19AE45B-99AD-C41F-710D-1059B3CB9DA3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720B192E-236B-33EC-4525-22C80516CF9F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8F6111A5-C5D9-A0F3-0163-FAD75B6F4D65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29583420-00C3-5B48-D102-3009873992EA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C9FA56F7-9BA4-D63F-10BD-F6090F5CE4C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609394"/>
            <a:ext cx="3862630" cy="962355"/>
          </a:xfrm>
        </p:spPr>
        <p:txBody>
          <a:bodyPr/>
          <a:lstStyle/>
          <a:p>
            <a:r>
              <a:rPr lang="en-US" dirty="0"/>
              <a:t>Logic does not define voltage levels</a:t>
            </a:r>
          </a:p>
          <a:p>
            <a:endParaRPr lang="en-US" dirty="0"/>
          </a:p>
          <a:p>
            <a:r>
              <a:rPr lang="en-US" dirty="0"/>
              <a:t>Logic does not show rise and fall times</a:t>
            </a:r>
          </a:p>
        </p:txBody>
      </p:sp>
      <p:pic>
        <p:nvPicPr>
          <p:cNvPr id="2050" name="Picture 2" descr="Ad9914 SYNC_CLK problem - Q&amp;A - Direct Digital Synthesis (DDS) -  EngineerZone">
            <a:extLst>
              <a:ext uri="{FF2B5EF4-FFF2-40B4-BE49-F238E27FC236}">
                <a16:creationId xmlns:a16="http://schemas.microsoft.com/office/drawing/2014/main" id="{D4C92791-87F9-4D24-437C-22AC6F63E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285" y="1385700"/>
            <a:ext cx="4097318" cy="305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183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2F327816-AA20-3D0C-3DBF-12FA5673F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F0159976-3918-4319-0314-0E0A183E8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logic analyzer?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1EF5F6B5-6ECE-DBC0-98AD-5A8198D41936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7BF9A088-BF98-A014-B76A-00BD6156C824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8D07C1BF-5860-69ED-57D8-3385B8F80778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ED56290C-302E-C02F-F1AB-13635129707B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4224FBEA-D83B-57D5-9A64-46908567C02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609394"/>
            <a:ext cx="3153775" cy="1676578"/>
          </a:xfrm>
        </p:spPr>
        <p:txBody>
          <a:bodyPr/>
          <a:lstStyle/>
          <a:p>
            <a:r>
              <a:rPr lang="en-US" dirty="0"/>
              <a:t>A logic analyzer is a device that captures logic data</a:t>
            </a:r>
          </a:p>
          <a:p>
            <a:endParaRPr lang="en-US" dirty="0"/>
          </a:p>
          <a:p>
            <a:r>
              <a:rPr lang="en-US" dirty="0"/>
              <a:t>Logic analyzer software can usually also decode the raw data into ‘human’ readable bytes</a:t>
            </a:r>
          </a:p>
        </p:txBody>
      </p:sp>
      <p:pic>
        <p:nvPicPr>
          <p:cNvPr id="4100" name="Picture 4" descr="Logic Analyzer - Red Pitaya">
            <a:extLst>
              <a:ext uri="{FF2B5EF4-FFF2-40B4-BE49-F238E27FC236}">
                <a16:creationId xmlns:a16="http://schemas.microsoft.com/office/drawing/2014/main" id="{49FD9293-A67C-D882-EC81-EE1CE4046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187" y="1501095"/>
            <a:ext cx="4913896" cy="285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319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C8D46CE8-8A7C-149A-46B2-C9545623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EF899F05-A602-44F5-0533-48303AC55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about an oscilloscope?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965A5B16-9CC0-675A-6AA6-2DF10CF7BC52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7DA25395-5495-503B-7420-FF1D224F7EBB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781799A5-FFA1-F179-C416-851A773825EF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EC2C3B48-4844-9F31-C5DD-BF6E0EC62E1C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025EE523-2AFD-7C34-3D41-C9BDE0D5DD2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609394"/>
            <a:ext cx="3153775" cy="2649656"/>
          </a:xfrm>
        </p:spPr>
        <p:txBody>
          <a:bodyPr/>
          <a:lstStyle/>
          <a:p>
            <a:r>
              <a:rPr lang="en-US" dirty="0"/>
              <a:t>An oscilloscope displays voltage with respect to time</a:t>
            </a:r>
          </a:p>
          <a:p>
            <a:endParaRPr lang="en-US" dirty="0"/>
          </a:p>
          <a:p>
            <a:r>
              <a:rPr lang="en-US" dirty="0"/>
              <a:t>An oscilloscope will likely not decode the data</a:t>
            </a:r>
          </a:p>
          <a:p>
            <a:endParaRPr lang="en-US" dirty="0"/>
          </a:p>
          <a:p>
            <a:r>
              <a:rPr lang="en-US" dirty="0"/>
              <a:t>Some oscilloscopes have built-in logic analyzers</a:t>
            </a:r>
          </a:p>
        </p:txBody>
      </p:sp>
      <p:pic>
        <p:nvPicPr>
          <p:cNvPr id="5122" name="Picture 2" descr="FNIRSI 1014D Digital Storage Oscilloscope: Good Performance for Tight  Budgets | Elektor Magazine">
            <a:extLst>
              <a:ext uri="{FF2B5EF4-FFF2-40B4-BE49-F238E27FC236}">
                <a16:creationId xmlns:a16="http://schemas.microsoft.com/office/drawing/2014/main" id="{B824A632-384D-4294-7D15-3E08D76FF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29" y="1402536"/>
            <a:ext cx="4788917" cy="2692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45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C7B576E2-5840-6AF7-83E3-06F550CE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5D45F8AF-F7B8-F2E0-31FA-A4B6F337CA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one to choose?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64A2E362-8258-E324-5553-381937F84F9A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3809C4BF-A8CB-BAE1-2EAF-E9A0C715A369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DA285AB1-D9E3-1A88-7FFD-8DC4D1BE9F03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001EAE84-3AB8-8BC9-478F-ECB11DCD5F92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9EE4237F-29D4-A3C9-9042-0763E98894C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153775" cy="2101994"/>
          </a:xfrm>
        </p:spPr>
        <p:txBody>
          <a:bodyPr/>
          <a:lstStyle/>
          <a:p>
            <a:r>
              <a:rPr lang="en-US" dirty="0"/>
              <a:t>Oscilloscope</a:t>
            </a:r>
          </a:p>
          <a:p>
            <a:r>
              <a:rPr lang="en-US" dirty="0"/>
              <a:t>	- Shows what is actually on the wire</a:t>
            </a:r>
          </a:p>
          <a:p>
            <a:r>
              <a:rPr lang="en-US" dirty="0"/>
              <a:t>	- Can see rise and fall times, voltage levels, and noise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- Pick a scope when you need low level troubleshooting</a:t>
            </a:r>
          </a:p>
        </p:txBody>
      </p:sp>
      <p:pic>
        <p:nvPicPr>
          <p:cNvPr id="6146" name="Picture 2" descr="OL-612: Digital oscilloscope + 16 channel logic analyser (professional  range) | PROMAX">
            <a:extLst>
              <a:ext uri="{FF2B5EF4-FFF2-40B4-BE49-F238E27FC236}">
                <a16:creationId xmlns:a16="http://schemas.microsoft.com/office/drawing/2014/main" id="{D51D3412-D59A-C833-2EC6-100A22D38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06958"/>
            <a:ext cx="4363322" cy="327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121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280CA486-3B2A-C1C3-6752-2B643172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90165225-1EFD-CDDC-5499-82BEE2170E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one to choose?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4FCA090C-F945-4597-CD3B-2C67DF93E97F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A4897682-6DE8-7BB5-3C2C-A66E576C246B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E16D131D-0AE5-04BD-CC78-107FA7132218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6C23F69A-F5F6-A1F0-AC05-BA8D8C16F170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9383F2EE-EF54-9611-B3CA-541009F77BF7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01994"/>
          </a:xfrm>
        </p:spPr>
        <p:txBody>
          <a:bodyPr/>
          <a:lstStyle/>
          <a:p>
            <a:r>
              <a:rPr lang="en-US" dirty="0"/>
              <a:t>Logic Analyzer</a:t>
            </a:r>
          </a:p>
          <a:p>
            <a:r>
              <a:rPr lang="en-US" dirty="0"/>
              <a:t>	- Shows a representation of data</a:t>
            </a:r>
          </a:p>
          <a:p>
            <a:r>
              <a:rPr lang="en-US" dirty="0"/>
              <a:t>	- Can decode data streams</a:t>
            </a:r>
          </a:p>
          <a:p>
            <a:endParaRPr lang="en-US" dirty="0"/>
          </a:p>
          <a:p>
            <a:r>
              <a:rPr lang="en-US" dirty="0"/>
              <a:t>	- Pick this when you need to decode/debug a data stream</a:t>
            </a:r>
          </a:p>
        </p:txBody>
      </p:sp>
      <p:pic>
        <p:nvPicPr>
          <p:cNvPr id="7170" name="Picture 2" descr="Saleae Logic – Black Mesa Labs">
            <a:extLst>
              <a:ext uri="{FF2B5EF4-FFF2-40B4-BE49-F238E27FC236}">
                <a16:creationId xmlns:a16="http://schemas.microsoft.com/office/drawing/2014/main" id="{ED5945AB-D088-5998-A445-2600221F1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601" y="1190164"/>
            <a:ext cx="3249318" cy="324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617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7">
          <a:extLst>
            <a:ext uri="{FF2B5EF4-FFF2-40B4-BE49-F238E27FC236}">
              <a16:creationId xmlns:a16="http://schemas.microsoft.com/office/drawing/2014/main" id="{D42641E0-538B-0A40-3DC3-3333D680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52">
            <a:extLst>
              <a:ext uri="{FF2B5EF4-FFF2-40B4-BE49-F238E27FC236}">
                <a16:creationId xmlns:a16="http://schemas.microsoft.com/office/drawing/2014/main" id="{DDFD3F8E-33D0-BB6A-6AFA-0437E8422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7083" y="2103118"/>
            <a:ext cx="3559500" cy="16539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PICKING A LOGIC ANALYZER</a:t>
            </a:r>
            <a:endParaRPr dirty="0"/>
          </a:p>
        </p:txBody>
      </p:sp>
      <p:sp>
        <p:nvSpPr>
          <p:cNvPr id="2249" name="Google Shape;2249;p52">
            <a:extLst>
              <a:ext uri="{FF2B5EF4-FFF2-40B4-BE49-F238E27FC236}">
                <a16:creationId xmlns:a16="http://schemas.microsoft.com/office/drawing/2014/main" id="{AD676013-7D9A-A163-FC2C-3116BE632EF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92250" y="998675"/>
            <a:ext cx="1249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251" name="Google Shape;2251;p52">
            <a:extLst>
              <a:ext uri="{FF2B5EF4-FFF2-40B4-BE49-F238E27FC236}">
                <a16:creationId xmlns:a16="http://schemas.microsoft.com/office/drawing/2014/main" id="{6E97AA44-F969-52AE-D588-D01ADD365B38}"/>
              </a:ext>
            </a:extLst>
          </p:cNvPr>
          <p:cNvGrpSpPr/>
          <p:nvPr/>
        </p:nvGrpSpPr>
        <p:grpSpPr>
          <a:xfrm>
            <a:off x="724831" y="-43622"/>
            <a:ext cx="2207482" cy="1748498"/>
            <a:chOff x="724831" y="-43622"/>
            <a:chExt cx="2207482" cy="1748498"/>
          </a:xfrm>
        </p:grpSpPr>
        <p:sp>
          <p:nvSpPr>
            <p:cNvPr id="2252" name="Google Shape;2252;p52">
              <a:extLst>
                <a:ext uri="{FF2B5EF4-FFF2-40B4-BE49-F238E27FC236}">
                  <a16:creationId xmlns:a16="http://schemas.microsoft.com/office/drawing/2014/main" id="{BDD9D92C-A9FD-38DC-0721-A1A60F3A9FD2}"/>
                </a:ext>
              </a:extLst>
            </p:cNvPr>
            <p:cNvSpPr/>
            <p:nvPr/>
          </p:nvSpPr>
          <p:spPr>
            <a:xfrm rot="5400000">
              <a:off x="2033374" y="-162906"/>
              <a:ext cx="765077" cy="1032799"/>
            </a:xfrm>
            <a:custGeom>
              <a:avLst/>
              <a:gdLst/>
              <a:ahLst/>
              <a:cxnLst/>
              <a:rect l="l" t="t" r="r" b="b"/>
              <a:pathLst>
                <a:path w="15326" h="20689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52">
              <a:extLst>
                <a:ext uri="{FF2B5EF4-FFF2-40B4-BE49-F238E27FC236}">
                  <a16:creationId xmlns:a16="http://schemas.microsoft.com/office/drawing/2014/main" id="{9D12F632-2F96-28F9-1011-F0BAB595DBFA}"/>
                </a:ext>
              </a:extLst>
            </p:cNvPr>
            <p:cNvSpPr/>
            <p:nvPr/>
          </p:nvSpPr>
          <p:spPr>
            <a:xfrm rot="5400000">
              <a:off x="1668247" y="-80837"/>
              <a:ext cx="817044" cy="920628"/>
            </a:xfrm>
            <a:custGeom>
              <a:avLst/>
              <a:gdLst/>
              <a:ahLst/>
              <a:cxnLst/>
              <a:rect l="l" t="t" r="r" b="b"/>
              <a:pathLst>
                <a:path w="16367" h="18442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52">
              <a:extLst>
                <a:ext uri="{FF2B5EF4-FFF2-40B4-BE49-F238E27FC236}">
                  <a16:creationId xmlns:a16="http://schemas.microsoft.com/office/drawing/2014/main" id="{8FF320BD-2BEA-6591-FBE0-86BECD8C8960}"/>
                </a:ext>
              </a:extLst>
            </p:cNvPr>
            <p:cNvSpPr/>
            <p:nvPr/>
          </p:nvSpPr>
          <p:spPr>
            <a:xfrm rot="5400000">
              <a:off x="1355217" y="95955"/>
              <a:ext cx="1128496" cy="873703"/>
            </a:xfrm>
            <a:custGeom>
              <a:avLst/>
              <a:gdLst/>
              <a:ahLst/>
              <a:cxnLst/>
              <a:rect l="l" t="t" r="r" b="b"/>
              <a:pathLst>
                <a:path w="22606" h="17502" extrusionOk="0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2">
              <a:extLst>
                <a:ext uri="{FF2B5EF4-FFF2-40B4-BE49-F238E27FC236}">
                  <a16:creationId xmlns:a16="http://schemas.microsoft.com/office/drawing/2014/main" id="{EA4F459A-F968-E485-24E9-1CB6B54E7AE6}"/>
                </a:ext>
              </a:extLst>
            </p:cNvPr>
            <p:cNvSpPr/>
            <p:nvPr/>
          </p:nvSpPr>
          <p:spPr>
            <a:xfrm rot="5400000">
              <a:off x="695419" y="453659"/>
              <a:ext cx="1143772" cy="214008"/>
            </a:xfrm>
            <a:custGeom>
              <a:avLst/>
              <a:gdLst/>
              <a:ahLst/>
              <a:cxnLst/>
              <a:rect l="l" t="t" r="r" b="b"/>
              <a:pathLst>
                <a:path w="22912" h="4287" extrusionOk="0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2">
              <a:extLst>
                <a:ext uri="{FF2B5EF4-FFF2-40B4-BE49-F238E27FC236}">
                  <a16:creationId xmlns:a16="http://schemas.microsoft.com/office/drawing/2014/main" id="{7F2DB9E7-3D2E-A7D2-8A42-9DE9CE0EF32E}"/>
                </a:ext>
              </a:extLst>
            </p:cNvPr>
            <p:cNvSpPr/>
            <p:nvPr/>
          </p:nvSpPr>
          <p:spPr>
            <a:xfrm rot="5400000">
              <a:off x="171099" y="727920"/>
              <a:ext cx="1667734" cy="124651"/>
            </a:xfrm>
            <a:custGeom>
              <a:avLst/>
              <a:gdLst/>
              <a:ahLst/>
              <a:cxnLst/>
              <a:rect l="l" t="t" r="r" b="b"/>
              <a:pathLst>
                <a:path w="33408" h="2497" extrusionOk="0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2">
              <a:extLst>
                <a:ext uri="{FF2B5EF4-FFF2-40B4-BE49-F238E27FC236}">
                  <a16:creationId xmlns:a16="http://schemas.microsoft.com/office/drawing/2014/main" id="{920C31F5-1E41-20B9-9C95-5D280AB86AFE}"/>
                </a:ext>
              </a:extLst>
            </p:cNvPr>
            <p:cNvSpPr/>
            <p:nvPr/>
          </p:nvSpPr>
          <p:spPr>
            <a:xfrm rot="5400000">
              <a:off x="1794451" y="760564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2">
              <a:extLst>
                <a:ext uri="{FF2B5EF4-FFF2-40B4-BE49-F238E27FC236}">
                  <a16:creationId xmlns:a16="http://schemas.microsoft.com/office/drawing/2014/main" id="{41D44C3B-52AD-3D31-214A-A81686F462A9}"/>
                </a:ext>
              </a:extLst>
            </p:cNvPr>
            <p:cNvSpPr/>
            <p:nvPr/>
          </p:nvSpPr>
          <p:spPr>
            <a:xfrm rot="5400000">
              <a:off x="1878968" y="676047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52">
              <a:extLst>
                <a:ext uri="{FF2B5EF4-FFF2-40B4-BE49-F238E27FC236}">
                  <a16:creationId xmlns:a16="http://schemas.microsoft.com/office/drawing/2014/main" id="{E1585B59-E097-73C6-A9E9-CCCB9166A601}"/>
                </a:ext>
              </a:extLst>
            </p:cNvPr>
            <p:cNvSpPr/>
            <p:nvPr/>
          </p:nvSpPr>
          <p:spPr>
            <a:xfrm rot="5400000">
              <a:off x="1965857" y="589208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52">
              <a:extLst>
                <a:ext uri="{FF2B5EF4-FFF2-40B4-BE49-F238E27FC236}">
                  <a16:creationId xmlns:a16="http://schemas.microsoft.com/office/drawing/2014/main" id="{F75B7884-76C5-3940-17B5-2562F2F75257}"/>
                </a:ext>
              </a:extLst>
            </p:cNvPr>
            <p:cNvSpPr/>
            <p:nvPr/>
          </p:nvSpPr>
          <p:spPr>
            <a:xfrm rot="5400000">
              <a:off x="724831" y="674899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52">
              <a:extLst>
                <a:ext uri="{FF2B5EF4-FFF2-40B4-BE49-F238E27FC236}">
                  <a16:creationId xmlns:a16="http://schemas.microsoft.com/office/drawing/2014/main" id="{9F5774A7-1B65-1115-1AF0-B4AF66B804B9}"/>
                </a:ext>
              </a:extLst>
            </p:cNvPr>
            <p:cNvSpPr/>
            <p:nvPr/>
          </p:nvSpPr>
          <p:spPr>
            <a:xfrm rot="5400000">
              <a:off x="809373" y="590407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52">
              <a:extLst>
                <a:ext uri="{FF2B5EF4-FFF2-40B4-BE49-F238E27FC236}">
                  <a16:creationId xmlns:a16="http://schemas.microsoft.com/office/drawing/2014/main" id="{152EA7EA-550E-8A7F-DECE-3BD1C9B426A0}"/>
                </a:ext>
              </a:extLst>
            </p:cNvPr>
            <p:cNvSpPr/>
            <p:nvPr/>
          </p:nvSpPr>
          <p:spPr>
            <a:xfrm rot="5400000">
              <a:off x="896162" y="503568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52">
              <a:extLst>
                <a:ext uri="{FF2B5EF4-FFF2-40B4-BE49-F238E27FC236}">
                  <a16:creationId xmlns:a16="http://schemas.microsoft.com/office/drawing/2014/main" id="{75560B37-A0DA-92B6-1B66-E66EAB217FAD}"/>
                </a:ext>
              </a:extLst>
            </p:cNvPr>
            <p:cNvSpPr/>
            <p:nvPr/>
          </p:nvSpPr>
          <p:spPr>
            <a:xfrm rot="5400000">
              <a:off x="1128922" y="974553"/>
              <a:ext cx="78225" cy="78275"/>
            </a:xfrm>
            <a:custGeom>
              <a:avLst/>
              <a:gdLst/>
              <a:ahLst/>
              <a:cxnLst/>
              <a:rect l="l" t="t" r="r" b="b"/>
              <a:pathLst>
                <a:path w="1567" h="1568" extrusionOk="0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52">
              <a:extLst>
                <a:ext uri="{FF2B5EF4-FFF2-40B4-BE49-F238E27FC236}">
                  <a16:creationId xmlns:a16="http://schemas.microsoft.com/office/drawing/2014/main" id="{E5E6ECBD-FABD-E5DC-9E63-97443B7DB6CE}"/>
                </a:ext>
              </a:extLst>
            </p:cNvPr>
            <p:cNvSpPr/>
            <p:nvPr/>
          </p:nvSpPr>
          <p:spPr>
            <a:xfrm rot="5400000">
              <a:off x="1053744" y="899371"/>
              <a:ext cx="228585" cy="228635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2">
              <a:extLst>
                <a:ext uri="{FF2B5EF4-FFF2-40B4-BE49-F238E27FC236}">
                  <a16:creationId xmlns:a16="http://schemas.microsoft.com/office/drawing/2014/main" id="{362AD43B-F133-674A-84BA-9D9AB5841E68}"/>
                </a:ext>
              </a:extLst>
            </p:cNvPr>
            <p:cNvSpPr/>
            <p:nvPr/>
          </p:nvSpPr>
          <p:spPr>
            <a:xfrm rot="5400000">
              <a:off x="1857628" y="409291"/>
              <a:ext cx="123602" cy="123552"/>
            </a:xfrm>
            <a:custGeom>
              <a:avLst/>
              <a:gdLst/>
              <a:ahLst/>
              <a:cxnLst/>
              <a:rect l="l" t="t" r="r" b="b"/>
              <a:pathLst>
                <a:path w="2476" h="2475" extrusionOk="0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52">
              <a:extLst>
                <a:ext uri="{FF2B5EF4-FFF2-40B4-BE49-F238E27FC236}">
                  <a16:creationId xmlns:a16="http://schemas.microsoft.com/office/drawing/2014/main" id="{33720B43-BFF0-61FC-C7EB-D74C2882ABAF}"/>
                </a:ext>
              </a:extLst>
            </p:cNvPr>
            <p:cNvSpPr/>
            <p:nvPr/>
          </p:nvSpPr>
          <p:spPr>
            <a:xfrm rot="5400000">
              <a:off x="1893395" y="445010"/>
              <a:ext cx="52117" cy="52117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52">
              <a:extLst>
                <a:ext uri="{FF2B5EF4-FFF2-40B4-BE49-F238E27FC236}">
                  <a16:creationId xmlns:a16="http://schemas.microsoft.com/office/drawing/2014/main" id="{88D874C0-DEAE-8AC1-2944-2B3AEB6B3CB2}"/>
                </a:ext>
              </a:extLst>
            </p:cNvPr>
            <p:cNvSpPr/>
            <p:nvPr/>
          </p:nvSpPr>
          <p:spPr>
            <a:xfrm rot="5400000">
              <a:off x="1562392" y="718455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2">
              <a:extLst>
                <a:ext uri="{FF2B5EF4-FFF2-40B4-BE49-F238E27FC236}">
                  <a16:creationId xmlns:a16="http://schemas.microsoft.com/office/drawing/2014/main" id="{6AF1A273-812D-669D-B246-2716BB0C005D}"/>
                </a:ext>
              </a:extLst>
            </p:cNvPr>
            <p:cNvSpPr/>
            <p:nvPr/>
          </p:nvSpPr>
          <p:spPr>
            <a:xfrm rot="5400000">
              <a:off x="1598159" y="754274"/>
              <a:ext cx="52017" cy="52017"/>
            </a:xfrm>
            <a:custGeom>
              <a:avLst/>
              <a:gdLst/>
              <a:ahLst/>
              <a:cxnLst/>
              <a:rect l="l" t="t" r="r" b="b"/>
              <a:pathLst>
                <a:path w="1042" h="1042" extrusionOk="0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2">
              <a:extLst>
                <a:ext uri="{FF2B5EF4-FFF2-40B4-BE49-F238E27FC236}">
                  <a16:creationId xmlns:a16="http://schemas.microsoft.com/office/drawing/2014/main" id="{99E83509-4445-AFA3-01F0-229E5B017A1B}"/>
                </a:ext>
              </a:extLst>
            </p:cNvPr>
            <p:cNvSpPr/>
            <p:nvPr/>
          </p:nvSpPr>
          <p:spPr>
            <a:xfrm rot="5400000">
              <a:off x="1490979" y="1041722"/>
              <a:ext cx="123552" cy="123552"/>
            </a:xfrm>
            <a:custGeom>
              <a:avLst/>
              <a:gdLst/>
              <a:ahLst/>
              <a:cxnLst/>
              <a:rect l="l" t="t" r="r" b="b"/>
              <a:pathLst>
                <a:path w="2475" h="2475" extrusionOk="0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2">
              <a:extLst>
                <a:ext uri="{FF2B5EF4-FFF2-40B4-BE49-F238E27FC236}">
                  <a16:creationId xmlns:a16="http://schemas.microsoft.com/office/drawing/2014/main" id="{97D5D9D8-874E-420D-0771-7184F352BAD0}"/>
                </a:ext>
              </a:extLst>
            </p:cNvPr>
            <p:cNvSpPr/>
            <p:nvPr/>
          </p:nvSpPr>
          <p:spPr>
            <a:xfrm rot="5400000">
              <a:off x="1526721" y="1077466"/>
              <a:ext cx="52067" cy="52067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2">
              <a:extLst>
                <a:ext uri="{FF2B5EF4-FFF2-40B4-BE49-F238E27FC236}">
                  <a16:creationId xmlns:a16="http://schemas.microsoft.com/office/drawing/2014/main" id="{6C54838F-F8A7-ABC9-05C0-5E61191208D8}"/>
                </a:ext>
              </a:extLst>
            </p:cNvPr>
            <p:cNvSpPr/>
            <p:nvPr/>
          </p:nvSpPr>
          <p:spPr>
            <a:xfrm rot="5400000">
              <a:off x="1251680" y="1103450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52">
              <a:extLst>
                <a:ext uri="{FF2B5EF4-FFF2-40B4-BE49-F238E27FC236}">
                  <a16:creationId xmlns:a16="http://schemas.microsoft.com/office/drawing/2014/main" id="{C13632B5-2F11-B076-CB65-AADF1AC9AFF9}"/>
                </a:ext>
              </a:extLst>
            </p:cNvPr>
            <p:cNvSpPr/>
            <p:nvPr/>
          </p:nvSpPr>
          <p:spPr>
            <a:xfrm rot="5400000">
              <a:off x="1287422" y="1139244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2">
              <a:extLst>
                <a:ext uri="{FF2B5EF4-FFF2-40B4-BE49-F238E27FC236}">
                  <a16:creationId xmlns:a16="http://schemas.microsoft.com/office/drawing/2014/main" id="{578744CB-12E9-68B6-6025-218E4C8D464C}"/>
                </a:ext>
              </a:extLst>
            </p:cNvPr>
            <p:cNvSpPr/>
            <p:nvPr/>
          </p:nvSpPr>
          <p:spPr>
            <a:xfrm rot="5400000">
              <a:off x="995757" y="1581224"/>
              <a:ext cx="123652" cy="123652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2">
              <a:extLst>
                <a:ext uri="{FF2B5EF4-FFF2-40B4-BE49-F238E27FC236}">
                  <a16:creationId xmlns:a16="http://schemas.microsoft.com/office/drawing/2014/main" id="{50C0A9F2-EA46-3FB8-4197-5B8C58A66D4E}"/>
                </a:ext>
              </a:extLst>
            </p:cNvPr>
            <p:cNvSpPr/>
            <p:nvPr/>
          </p:nvSpPr>
          <p:spPr>
            <a:xfrm rot="5400000">
              <a:off x="1031524" y="1617043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5" name="Google Shape;2275;p52">
            <a:extLst>
              <a:ext uri="{FF2B5EF4-FFF2-40B4-BE49-F238E27FC236}">
                <a16:creationId xmlns:a16="http://schemas.microsoft.com/office/drawing/2014/main" id="{217AB2D6-2B9F-4701-4F5B-CB28A13C31FA}"/>
              </a:ext>
            </a:extLst>
          </p:cNvPr>
          <p:cNvGrpSpPr/>
          <p:nvPr/>
        </p:nvGrpSpPr>
        <p:grpSpPr>
          <a:xfrm>
            <a:off x="5859613" y="3894874"/>
            <a:ext cx="3186812" cy="1676249"/>
            <a:chOff x="5859613" y="3894874"/>
            <a:chExt cx="3186812" cy="1676249"/>
          </a:xfrm>
        </p:grpSpPr>
        <p:sp>
          <p:nvSpPr>
            <p:cNvPr id="2276" name="Google Shape;2276;p52">
              <a:extLst>
                <a:ext uri="{FF2B5EF4-FFF2-40B4-BE49-F238E27FC236}">
                  <a16:creationId xmlns:a16="http://schemas.microsoft.com/office/drawing/2014/main" id="{190139CF-6A92-99FC-7C32-211A1F4B88F4}"/>
                </a:ext>
              </a:extLst>
            </p:cNvPr>
            <p:cNvSpPr/>
            <p:nvPr/>
          </p:nvSpPr>
          <p:spPr>
            <a:xfrm flipH="1">
              <a:off x="7113983" y="4081301"/>
              <a:ext cx="1610732" cy="1106051"/>
            </a:xfrm>
            <a:custGeom>
              <a:avLst/>
              <a:gdLst/>
              <a:ahLst/>
              <a:cxnLst/>
              <a:rect l="l" t="t" r="r" b="b"/>
              <a:pathLst>
                <a:path w="27528" h="18902" extrusionOk="0">
                  <a:moveTo>
                    <a:pt x="26291" y="0"/>
                  </a:moveTo>
                  <a:cubicBezTo>
                    <a:pt x="25607" y="0"/>
                    <a:pt x="25053" y="555"/>
                    <a:pt x="25053" y="1238"/>
                  </a:cubicBezTo>
                  <a:cubicBezTo>
                    <a:pt x="25053" y="1496"/>
                    <a:pt x="25132" y="1735"/>
                    <a:pt x="25267" y="1932"/>
                  </a:cubicBezTo>
                  <a:lnTo>
                    <a:pt x="24630" y="2568"/>
                  </a:lnTo>
                  <a:lnTo>
                    <a:pt x="13951" y="2568"/>
                  </a:lnTo>
                  <a:cubicBezTo>
                    <a:pt x="13910" y="2568"/>
                    <a:pt x="13871" y="2585"/>
                    <a:pt x="13842" y="2614"/>
                  </a:cubicBezTo>
                  <a:lnTo>
                    <a:pt x="11635" y="4820"/>
                  </a:lnTo>
                  <a:cubicBezTo>
                    <a:pt x="11607" y="4849"/>
                    <a:pt x="11590" y="4888"/>
                    <a:pt x="11590" y="4929"/>
                  </a:cubicBezTo>
                  <a:lnTo>
                    <a:pt x="11590" y="9278"/>
                  </a:lnTo>
                  <a:lnTo>
                    <a:pt x="8136" y="12734"/>
                  </a:lnTo>
                  <a:lnTo>
                    <a:pt x="6029" y="12734"/>
                  </a:lnTo>
                  <a:cubicBezTo>
                    <a:pt x="5988" y="12734"/>
                    <a:pt x="5949" y="12749"/>
                    <a:pt x="5921" y="12779"/>
                  </a:cubicBezTo>
                  <a:lnTo>
                    <a:pt x="61" y="18639"/>
                  </a:lnTo>
                  <a:cubicBezTo>
                    <a:pt x="0" y="18698"/>
                    <a:pt x="0" y="18796"/>
                    <a:pt x="61" y="18856"/>
                  </a:cubicBezTo>
                  <a:cubicBezTo>
                    <a:pt x="90" y="18886"/>
                    <a:pt x="129" y="18901"/>
                    <a:pt x="169" y="18901"/>
                  </a:cubicBezTo>
                  <a:cubicBezTo>
                    <a:pt x="208" y="18901"/>
                    <a:pt x="247" y="18886"/>
                    <a:pt x="278" y="18856"/>
                  </a:cubicBezTo>
                  <a:lnTo>
                    <a:pt x="6092" y="13041"/>
                  </a:lnTo>
                  <a:lnTo>
                    <a:pt x="8199" y="13041"/>
                  </a:lnTo>
                  <a:cubicBezTo>
                    <a:pt x="8240" y="13041"/>
                    <a:pt x="8279" y="13025"/>
                    <a:pt x="8307" y="12996"/>
                  </a:cubicBezTo>
                  <a:lnTo>
                    <a:pt x="11853" y="9451"/>
                  </a:lnTo>
                  <a:cubicBezTo>
                    <a:pt x="11881" y="9421"/>
                    <a:pt x="11898" y="9382"/>
                    <a:pt x="11898" y="9342"/>
                  </a:cubicBezTo>
                  <a:lnTo>
                    <a:pt x="11898" y="4993"/>
                  </a:lnTo>
                  <a:lnTo>
                    <a:pt x="14015" y="2876"/>
                  </a:lnTo>
                  <a:lnTo>
                    <a:pt x="24694" y="2876"/>
                  </a:lnTo>
                  <a:cubicBezTo>
                    <a:pt x="24735" y="2876"/>
                    <a:pt x="24774" y="2860"/>
                    <a:pt x="24802" y="2831"/>
                  </a:cubicBezTo>
                  <a:lnTo>
                    <a:pt x="25474" y="2160"/>
                  </a:lnTo>
                  <a:cubicBezTo>
                    <a:pt x="25693" y="2354"/>
                    <a:pt x="25976" y="2475"/>
                    <a:pt x="26291" y="2475"/>
                  </a:cubicBezTo>
                  <a:cubicBezTo>
                    <a:pt x="26974" y="2475"/>
                    <a:pt x="27527" y="1920"/>
                    <a:pt x="27527" y="1237"/>
                  </a:cubicBezTo>
                  <a:cubicBezTo>
                    <a:pt x="27527" y="555"/>
                    <a:pt x="26974" y="0"/>
                    <a:pt x="26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2">
              <a:extLst>
                <a:ext uri="{FF2B5EF4-FFF2-40B4-BE49-F238E27FC236}">
                  <a16:creationId xmlns:a16="http://schemas.microsoft.com/office/drawing/2014/main" id="{B7BF1AF8-70B9-DCE1-3604-2D7DAD7FEF6E}"/>
                </a:ext>
              </a:extLst>
            </p:cNvPr>
            <p:cNvSpPr/>
            <p:nvPr/>
          </p:nvSpPr>
          <p:spPr>
            <a:xfrm flipH="1">
              <a:off x="7155899" y="4123198"/>
              <a:ext cx="60970" cy="61031"/>
            </a:xfrm>
            <a:custGeom>
              <a:avLst/>
              <a:gdLst/>
              <a:ahLst/>
              <a:cxnLst/>
              <a:rect l="l" t="t" r="r" b="b"/>
              <a:pathLst>
                <a:path w="1042" h="1043" extrusionOk="0">
                  <a:moveTo>
                    <a:pt x="522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2">
              <a:extLst>
                <a:ext uri="{FF2B5EF4-FFF2-40B4-BE49-F238E27FC236}">
                  <a16:creationId xmlns:a16="http://schemas.microsoft.com/office/drawing/2014/main" id="{BAC8AF9F-5766-E00A-B636-36D7FF86DF6E}"/>
                </a:ext>
              </a:extLst>
            </p:cNvPr>
            <p:cNvSpPr/>
            <p:nvPr/>
          </p:nvSpPr>
          <p:spPr>
            <a:xfrm flipH="1">
              <a:off x="7658547" y="4332212"/>
              <a:ext cx="592088" cy="855138"/>
            </a:xfrm>
            <a:custGeom>
              <a:avLst/>
              <a:gdLst/>
              <a:ahLst/>
              <a:cxnLst/>
              <a:rect l="l" t="t" r="r" b="b"/>
              <a:pathLst>
                <a:path w="10119" h="14614" extrusionOk="0">
                  <a:moveTo>
                    <a:pt x="8882" y="0"/>
                  </a:moveTo>
                  <a:cubicBezTo>
                    <a:pt x="8198" y="0"/>
                    <a:pt x="7644" y="554"/>
                    <a:pt x="7644" y="1237"/>
                  </a:cubicBezTo>
                  <a:cubicBezTo>
                    <a:pt x="7644" y="1613"/>
                    <a:pt x="7815" y="1945"/>
                    <a:pt x="8079" y="2172"/>
                  </a:cubicBezTo>
                  <a:lnTo>
                    <a:pt x="6536" y="3716"/>
                  </a:lnTo>
                  <a:cubicBezTo>
                    <a:pt x="6507" y="3744"/>
                    <a:pt x="6491" y="3783"/>
                    <a:pt x="6491" y="3825"/>
                  </a:cubicBezTo>
                  <a:lnTo>
                    <a:pt x="6491" y="6474"/>
                  </a:lnTo>
                  <a:lnTo>
                    <a:pt x="3099" y="9864"/>
                  </a:lnTo>
                  <a:cubicBezTo>
                    <a:pt x="3071" y="9894"/>
                    <a:pt x="3055" y="9933"/>
                    <a:pt x="3055" y="9973"/>
                  </a:cubicBezTo>
                  <a:lnTo>
                    <a:pt x="3055" y="11357"/>
                  </a:lnTo>
                  <a:lnTo>
                    <a:pt x="61" y="14351"/>
                  </a:lnTo>
                  <a:cubicBezTo>
                    <a:pt x="1" y="14411"/>
                    <a:pt x="1" y="14508"/>
                    <a:pt x="61" y="14568"/>
                  </a:cubicBezTo>
                  <a:cubicBezTo>
                    <a:pt x="91" y="14598"/>
                    <a:pt x="130" y="14613"/>
                    <a:pt x="170" y="14613"/>
                  </a:cubicBezTo>
                  <a:cubicBezTo>
                    <a:pt x="209" y="14613"/>
                    <a:pt x="248" y="14598"/>
                    <a:pt x="279" y="14568"/>
                  </a:cubicBezTo>
                  <a:lnTo>
                    <a:pt x="3317" y="11530"/>
                  </a:lnTo>
                  <a:cubicBezTo>
                    <a:pt x="3345" y="11501"/>
                    <a:pt x="3362" y="11462"/>
                    <a:pt x="3362" y="11421"/>
                  </a:cubicBezTo>
                  <a:lnTo>
                    <a:pt x="3362" y="10037"/>
                  </a:lnTo>
                  <a:lnTo>
                    <a:pt x="6754" y="6646"/>
                  </a:lnTo>
                  <a:cubicBezTo>
                    <a:pt x="6782" y="6617"/>
                    <a:pt x="6799" y="6578"/>
                    <a:pt x="6799" y="6538"/>
                  </a:cubicBezTo>
                  <a:lnTo>
                    <a:pt x="6799" y="3888"/>
                  </a:lnTo>
                  <a:lnTo>
                    <a:pt x="8341" y="2346"/>
                  </a:lnTo>
                  <a:cubicBezTo>
                    <a:pt x="8504" y="2425"/>
                    <a:pt x="8686" y="2475"/>
                    <a:pt x="8882" y="2475"/>
                  </a:cubicBezTo>
                  <a:cubicBezTo>
                    <a:pt x="9565" y="2475"/>
                    <a:pt x="10118" y="1920"/>
                    <a:pt x="10118" y="1237"/>
                  </a:cubicBezTo>
                  <a:cubicBezTo>
                    <a:pt x="10118" y="554"/>
                    <a:pt x="9565" y="0"/>
                    <a:pt x="8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2">
              <a:extLst>
                <a:ext uri="{FF2B5EF4-FFF2-40B4-BE49-F238E27FC236}">
                  <a16:creationId xmlns:a16="http://schemas.microsoft.com/office/drawing/2014/main" id="{3B8A6599-2F56-D681-1978-DF604CE9B3AB}"/>
                </a:ext>
              </a:extLst>
            </p:cNvPr>
            <p:cNvSpPr/>
            <p:nvPr/>
          </p:nvSpPr>
          <p:spPr>
            <a:xfrm flipH="1">
              <a:off x="7700488" y="4374050"/>
              <a:ext cx="60970" cy="61090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0"/>
                  </a:moveTo>
                  <a:cubicBezTo>
                    <a:pt x="233" y="0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5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2">
              <a:extLst>
                <a:ext uri="{FF2B5EF4-FFF2-40B4-BE49-F238E27FC236}">
                  <a16:creationId xmlns:a16="http://schemas.microsoft.com/office/drawing/2014/main" id="{246DC99B-4C34-CEF4-A0A9-E58FCF1C8797}"/>
                </a:ext>
              </a:extLst>
            </p:cNvPr>
            <p:cNvSpPr/>
            <p:nvPr/>
          </p:nvSpPr>
          <p:spPr>
            <a:xfrm flipH="1">
              <a:off x="7352686" y="4362639"/>
              <a:ext cx="257865" cy="824710"/>
            </a:xfrm>
            <a:custGeom>
              <a:avLst/>
              <a:gdLst/>
              <a:ahLst/>
              <a:cxnLst/>
              <a:rect l="l" t="t" r="r" b="b"/>
              <a:pathLst>
                <a:path w="4407" h="14094" extrusionOk="0">
                  <a:moveTo>
                    <a:pt x="3169" y="0"/>
                  </a:moveTo>
                  <a:cubicBezTo>
                    <a:pt x="3169" y="0"/>
                    <a:pt x="3169" y="0"/>
                    <a:pt x="3170" y="0"/>
                  </a:cubicBezTo>
                  <a:lnTo>
                    <a:pt x="3170" y="0"/>
                  </a:lnTo>
                  <a:cubicBezTo>
                    <a:pt x="3170" y="0"/>
                    <a:pt x="3170" y="0"/>
                    <a:pt x="3170" y="0"/>
                  </a:cubicBezTo>
                  <a:close/>
                  <a:moveTo>
                    <a:pt x="3170" y="0"/>
                  </a:moveTo>
                  <a:cubicBezTo>
                    <a:pt x="2486" y="1"/>
                    <a:pt x="1932" y="555"/>
                    <a:pt x="1932" y="1238"/>
                  </a:cubicBezTo>
                  <a:cubicBezTo>
                    <a:pt x="1932" y="1522"/>
                    <a:pt x="2032" y="1781"/>
                    <a:pt x="2192" y="1989"/>
                  </a:cubicBezTo>
                  <a:lnTo>
                    <a:pt x="46" y="4136"/>
                  </a:lnTo>
                  <a:cubicBezTo>
                    <a:pt x="17" y="4165"/>
                    <a:pt x="1" y="4204"/>
                    <a:pt x="1" y="4244"/>
                  </a:cubicBezTo>
                  <a:lnTo>
                    <a:pt x="1" y="13940"/>
                  </a:lnTo>
                  <a:cubicBezTo>
                    <a:pt x="1" y="14023"/>
                    <a:pt x="69" y="14093"/>
                    <a:pt x="154" y="14093"/>
                  </a:cubicBezTo>
                  <a:cubicBezTo>
                    <a:pt x="239" y="14093"/>
                    <a:pt x="308" y="14023"/>
                    <a:pt x="308" y="13940"/>
                  </a:cubicBezTo>
                  <a:lnTo>
                    <a:pt x="308" y="4308"/>
                  </a:lnTo>
                  <a:lnTo>
                    <a:pt x="2409" y="2208"/>
                  </a:lnTo>
                  <a:cubicBezTo>
                    <a:pt x="2619" y="2373"/>
                    <a:pt x="2882" y="2475"/>
                    <a:pt x="3169" y="2475"/>
                  </a:cubicBezTo>
                  <a:cubicBezTo>
                    <a:pt x="3852" y="2475"/>
                    <a:pt x="4407" y="1921"/>
                    <a:pt x="4407" y="1238"/>
                  </a:cubicBezTo>
                  <a:cubicBezTo>
                    <a:pt x="4407" y="555"/>
                    <a:pt x="3854" y="1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2">
              <a:extLst>
                <a:ext uri="{FF2B5EF4-FFF2-40B4-BE49-F238E27FC236}">
                  <a16:creationId xmlns:a16="http://schemas.microsoft.com/office/drawing/2014/main" id="{3D6FE900-C120-2680-0885-CCB66A1E43C0}"/>
                </a:ext>
              </a:extLst>
            </p:cNvPr>
            <p:cNvSpPr/>
            <p:nvPr/>
          </p:nvSpPr>
          <p:spPr>
            <a:xfrm flipH="1">
              <a:off x="7394577" y="4404536"/>
              <a:ext cx="61029" cy="61090"/>
            </a:xfrm>
            <a:custGeom>
              <a:avLst/>
              <a:gdLst/>
              <a:ahLst/>
              <a:cxnLst/>
              <a:rect l="l" t="t" r="r" b="b"/>
              <a:pathLst>
                <a:path w="1043" h="1044" extrusionOk="0">
                  <a:moveTo>
                    <a:pt x="522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2">
              <a:extLst>
                <a:ext uri="{FF2B5EF4-FFF2-40B4-BE49-F238E27FC236}">
                  <a16:creationId xmlns:a16="http://schemas.microsoft.com/office/drawing/2014/main" id="{E1F032C6-D3C5-44D5-E4C8-252EF5188DE7}"/>
                </a:ext>
              </a:extLst>
            </p:cNvPr>
            <p:cNvSpPr/>
            <p:nvPr/>
          </p:nvSpPr>
          <p:spPr>
            <a:xfrm flipH="1">
              <a:off x="7011085" y="4322674"/>
              <a:ext cx="383549" cy="864676"/>
            </a:xfrm>
            <a:custGeom>
              <a:avLst/>
              <a:gdLst/>
              <a:ahLst/>
              <a:cxnLst/>
              <a:rect l="l" t="t" r="r" b="b"/>
              <a:pathLst>
                <a:path w="6555" h="14777" extrusionOk="0">
                  <a:moveTo>
                    <a:pt x="5318" y="0"/>
                  </a:moveTo>
                  <a:lnTo>
                    <a:pt x="5318" y="1"/>
                  </a:lnTo>
                  <a:cubicBezTo>
                    <a:pt x="4634" y="1"/>
                    <a:pt x="4080" y="555"/>
                    <a:pt x="4080" y="1238"/>
                  </a:cubicBezTo>
                  <a:cubicBezTo>
                    <a:pt x="4080" y="1499"/>
                    <a:pt x="4162" y="1740"/>
                    <a:pt x="4300" y="1939"/>
                  </a:cubicBezTo>
                  <a:lnTo>
                    <a:pt x="2650" y="3589"/>
                  </a:lnTo>
                  <a:cubicBezTo>
                    <a:pt x="2621" y="3618"/>
                    <a:pt x="2605" y="3657"/>
                    <a:pt x="2605" y="3698"/>
                  </a:cubicBezTo>
                  <a:lnTo>
                    <a:pt x="2605" y="9205"/>
                  </a:lnTo>
                  <a:lnTo>
                    <a:pt x="45" y="11764"/>
                  </a:lnTo>
                  <a:cubicBezTo>
                    <a:pt x="17" y="11792"/>
                    <a:pt x="0" y="11831"/>
                    <a:pt x="0" y="11873"/>
                  </a:cubicBezTo>
                  <a:lnTo>
                    <a:pt x="0" y="14623"/>
                  </a:lnTo>
                  <a:cubicBezTo>
                    <a:pt x="0" y="14706"/>
                    <a:pt x="69" y="14776"/>
                    <a:pt x="154" y="14776"/>
                  </a:cubicBezTo>
                  <a:cubicBezTo>
                    <a:pt x="239" y="14776"/>
                    <a:pt x="308" y="14706"/>
                    <a:pt x="308" y="14623"/>
                  </a:cubicBezTo>
                  <a:lnTo>
                    <a:pt x="308" y="11937"/>
                  </a:lnTo>
                  <a:lnTo>
                    <a:pt x="2867" y="9377"/>
                  </a:lnTo>
                  <a:cubicBezTo>
                    <a:pt x="2897" y="9348"/>
                    <a:pt x="2912" y="9309"/>
                    <a:pt x="2912" y="9268"/>
                  </a:cubicBezTo>
                  <a:lnTo>
                    <a:pt x="2912" y="3762"/>
                  </a:lnTo>
                  <a:lnTo>
                    <a:pt x="4507" y="2166"/>
                  </a:lnTo>
                  <a:cubicBezTo>
                    <a:pt x="4724" y="2356"/>
                    <a:pt x="5006" y="2476"/>
                    <a:pt x="5318" y="2476"/>
                  </a:cubicBezTo>
                  <a:cubicBezTo>
                    <a:pt x="6001" y="2476"/>
                    <a:pt x="6554" y="1921"/>
                    <a:pt x="6554" y="1238"/>
                  </a:cubicBezTo>
                  <a:cubicBezTo>
                    <a:pt x="6554" y="555"/>
                    <a:pt x="6001" y="0"/>
                    <a:pt x="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2">
              <a:extLst>
                <a:ext uri="{FF2B5EF4-FFF2-40B4-BE49-F238E27FC236}">
                  <a16:creationId xmlns:a16="http://schemas.microsoft.com/office/drawing/2014/main" id="{B10BC46E-071A-EA51-D7FB-4824AFF1EC41}"/>
                </a:ext>
              </a:extLst>
            </p:cNvPr>
            <p:cNvSpPr/>
            <p:nvPr/>
          </p:nvSpPr>
          <p:spPr>
            <a:xfrm flipH="1">
              <a:off x="7052914" y="4364570"/>
              <a:ext cx="61087" cy="61090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10"/>
                    <a:pt x="234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2">
              <a:extLst>
                <a:ext uri="{FF2B5EF4-FFF2-40B4-BE49-F238E27FC236}">
                  <a16:creationId xmlns:a16="http://schemas.microsoft.com/office/drawing/2014/main" id="{2417D465-1F23-5CD9-AA6A-08E094CE7071}"/>
                </a:ext>
              </a:extLst>
            </p:cNvPr>
            <p:cNvSpPr/>
            <p:nvPr/>
          </p:nvSpPr>
          <p:spPr>
            <a:xfrm flipH="1">
              <a:off x="6980641" y="3894874"/>
              <a:ext cx="2065784" cy="1292479"/>
            </a:xfrm>
            <a:custGeom>
              <a:avLst/>
              <a:gdLst/>
              <a:ahLst/>
              <a:cxnLst/>
              <a:rect l="l" t="t" r="r" b="b"/>
              <a:pathLst>
                <a:path w="35305" h="22088" extrusionOk="0">
                  <a:moveTo>
                    <a:pt x="34068" y="0"/>
                  </a:moveTo>
                  <a:lnTo>
                    <a:pt x="34068" y="2"/>
                  </a:lnTo>
                  <a:cubicBezTo>
                    <a:pt x="33417" y="2"/>
                    <a:pt x="32889" y="505"/>
                    <a:pt x="32840" y="1142"/>
                  </a:cubicBezTo>
                  <a:lnTo>
                    <a:pt x="30174" y="1142"/>
                  </a:lnTo>
                  <a:cubicBezTo>
                    <a:pt x="30133" y="1142"/>
                    <a:pt x="30094" y="1159"/>
                    <a:pt x="30065" y="1187"/>
                  </a:cubicBezTo>
                  <a:lnTo>
                    <a:pt x="28175" y="3078"/>
                  </a:lnTo>
                  <a:lnTo>
                    <a:pt x="23925" y="3078"/>
                  </a:lnTo>
                  <a:lnTo>
                    <a:pt x="22560" y="1712"/>
                  </a:lnTo>
                  <a:cubicBezTo>
                    <a:pt x="22531" y="1684"/>
                    <a:pt x="22492" y="1667"/>
                    <a:pt x="22451" y="1667"/>
                  </a:cubicBezTo>
                  <a:lnTo>
                    <a:pt x="18617" y="1667"/>
                  </a:lnTo>
                  <a:cubicBezTo>
                    <a:pt x="18576" y="1667"/>
                    <a:pt x="18537" y="1684"/>
                    <a:pt x="18508" y="1712"/>
                  </a:cubicBezTo>
                  <a:lnTo>
                    <a:pt x="15949" y="4272"/>
                  </a:lnTo>
                  <a:lnTo>
                    <a:pt x="13335" y="4272"/>
                  </a:lnTo>
                  <a:cubicBezTo>
                    <a:pt x="13295" y="4272"/>
                    <a:pt x="13256" y="4288"/>
                    <a:pt x="13226" y="4317"/>
                  </a:cubicBezTo>
                  <a:lnTo>
                    <a:pt x="11853" y="5692"/>
                  </a:lnTo>
                  <a:cubicBezTo>
                    <a:pt x="11823" y="5720"/>
                    <a:pt x="11806" y="5759"/>
                    <a:pt x="11806" y="5800"/>
                  </a:cubicBezTo>
                  <a:lnTo>
                    <a:pt x="11806" y="10077"/>
                  </a:lnTo>
                  <a:lnTo>
                    <a:pt x="60" y="21825"/>
                  </a:lnTo>
                  <a:cubicBezTo>
                    <a:pt x="0" y="21884"/>
                    <a:pt x="0" y="21982"/>
                    <a:pt x="60" y="22041"/>
                  </a:cubicBezTo>
                  <a:cubicBezTo>
                    <a:pt x="90" y="22072"/>
                    <a:pt x="129" y="22087"/>
                    <a:pt x="169" y="22087"/>
                  </a:cubicBezTo>
                  <a:cubicBezTo>
                    <a:pt x="208" y="22087"/>
                    <a:pt x="247" y="22072"/>
                    <a:pt x="278" y="22041"/>
                  </a:cubicBezTo>
                  <a:lnTo>
                    <a:pt x="12070" y="10249"/>
                  </a:lnTo>
                  <a:cubicBezTo>
                    <a:pt x="12098" y="10220"/>
                    <a:pt x="12115" y="10181"/>
                    <a:pt x="12115" y="10140"/>
                  </a:cubicBezTo>
                  <a:lnTo>
                    <a:pt x="12115" y="5864"/>
                  </a:lnTo>
                  <a:lnTo>
                    <a:pt x="13399" y="4579"/>
                  </a:lnTo>
                  <a:lnTo>
                    <a:pt x="16013" y="4579"/>
                  </a:lnTo>
                  <a:cubicBezTo>
                    <a:pt x="16053" y="4579"/>
                    <a:pt x="16092" y="4563"/>
                    <a:pt x="16121" y="4534"/>
                  </a:cubicBezTo>
                  <a:lnTo>
                    <a:pt x="18681" y="1975"/>
                  </a:lnTo>
                  <a:lnTo>
                    <a:pt x="22387" y="1975"/>
                  </a:lnTo>
                  <a:lnTo>
                    <a:pt x="23754" y="3340"/>
                  </a:lnTo>
                  <a:cubicBezTo>
                    <a:pt x="23782" y="3369"/>
                    <a:pt x="23821" y="3385"/>
                    <a:pt x="23862" y="3385"/>
                  </a:cubicBezTo>
                  <a:lnTo>
                    <a:pt x="28239" y="3385"/>
                  </a:lnTo>
                  <a:cubicBezTo>
                    <a:pt x="28280" y="3385"/>
                    <a:pt x="28319" y="3369"/>
                    <a:pt x="28347" y="3340"/>
                  </a:cubicBezTo>
                  <a:lnTo>
                    <a:pt x="30238" y="1450"/>
                  </a:lnTo>
                  <a:lnTo>
                    <a:pt x="32852" y="1450"/>
                  </a:lnTo>
                  <a:cubicBezTo>
                    <a:pt x="32952" y="2031"/>
                    <a:pt x="33457" y="2476"/>
                    <a:pt x="34068" y="2476"/>
                  </a:cubicBezTo>
                  <a:cubicBezTo>
                    <a:pt x="34751" y="2476"/>
                    <a:pt x="35305" y="1922"/>
                    <a:pt x="35305" y="1238"/>
                  </a:cubicBezTo>
                  <a:cubicBezTo>
                    <a:pt x="35305" y="555"/>
                    <a:pt x="34751" y="0"/>
                    <a:pt x="34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2">
              <a:extLst>
                <a:ext uri="{FF2B5EF4-FFF2-40B4-BE49-F238E27FC236}">
                  <a16:creationId xmlns:a16="http://schemas.microsoft.com/office/drawing/2014/main" id="{6BE7D4AC-93FA-0EB1-547C-EE984DAB7169}"/>
                </a:ext>
              </a:extLst>
            </p:cNvPr>
            <p:cNvSpPr/>
            <p:nvPr/>
          </p:nvSpPr>
          <p:spPr>
            <a:xfrm flipH="1">
              <a:off x="7022487" y="3936888"/>
              <a:ext cx="61029" cy="60973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2">
              <a:extLst>
                <a:ext uri="{FF2B5EF4-FFF2-40B4-BE49-F238E27FC236}">
                  <a16:creationId xmlns:a16="http://schemas.microsoft.com/office/drawing/2014/main" id="{BBBAC822-633E-89C6-994B-9C9223CFE561}"/>
                </a:ext>
              </a:extLst>
            </p:cNvPr>
            <p:cNvSpPr/>
            <p:nvPr/>
          </p:nvSpPr>
          <p:spPr>
            <a:xfrm rot="2576386">
              <a:off x="6242491" y="4224239"/>
              <a:ext cx="548115" cy="1339655"/>
            </a:xfrm>
            <a:custGeom>
              <a:avLst/>
              <a:gdLst/>
              <a:ahLst/>
              <a:cxnLst/>
              <a:rect l="l" t="t" r="r" b="b"/>
              <a:pathLst>
                <a:path w="9367" h="22894" extrusionOk="0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2">
              <a:extLst>
                <a:ext uri="{FF2B5EF4-FFF2-40B4-BE49-F238E27FC236}">
                  <a16:creationId xmlns:a16="http://schemas.microsoft.com/office/drawing/2014/main" id="{11640AE8-AB8D-FE87-C4EE-CF8358F39C3E}"/>
                </a:ext>
              </a:extLst>
            </p:cNvPr>
            <p:cNvSpPr/>
            <p:nvPr/>
          </p:nvSpPr>
          <p:spPr>
            <a:xfrm rot="2576386">
              <a:off x="6773597" y="4315172"/>
              <a:ext cx="61090" cy="60973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2">
              <a:extLst>
                <a:ext uri="{FF2B5EF4-FFF2-40B4-BE49-F238E27FC236}">
                  <a16:creationId xmlns:a16="http://schemas.microsoft.com/office/drawing/2014/main" id="{69CFC694-09D7-DD7C-CC37-9BD93CE6F1D1}"/>
                </a:ext>
              </a:extLst>
            </p:cNvPr>
            <p:cNvSpPr/>
            <p:nvPr/>
          </p:nvSpPr>
          <p:spPr>
            <a:xfrm flipH="1">
              <a:off x="7555726" y="4571946"/>
              <a:ext cx="91631" cy="91752"/>
            </a:xfrm>
            <a:custGeom>
              <a:avLst/>
              <a:gdLst/>
              <a:ahLst/>
              <a:cxnLst/>
              <a:rect l="l" t="t" r="r" b="b"/>
              <a:pathLst>
                <a:path w="1566" h="1568" extrusionOk="0">
                  <a:moveTo>
                    <a:pt x="783" y="1"/>
                  </a:moveTo>
                  <a:cubicBezTo>
                    <a:pt x="351" y="1"/>
                    <a:pt x="1" y="352"/>
                    <a:pt x="1" y="783"/>
                  </a:cubicBezTo>
                  <a:cubicBezTo>
                    <a:pt x="1" y="1216"/>
                    <a:pt x="351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2">
              <a:extLst>
                <a:ext uri="{FF2B5EF4-FFF2-40B4-BE49-F238E27FC236}">
                  <a16:creationId xmlns:a16="http://schemas.microsoft.com/office/drawing/2014/main" id="{DA02483C-4A73-BF96-ED20-8D336D190658}"/>
                </a:ext>
              </a:extLst>
            </p:cNvPr>
            <p:cNvSpPr/>
            <p:nvPr/>
          </p:nvSpPr>
          <p:spPr>
            <a:xfrm flipH="1">
              <a:off x="7467491" y="4483823"/>
              <a:ext cx="267987" cy="267999"/>
            </a:xfrm>
            <a:custGeom>
              <a:avLst/>
              <a:gdLst/>
              <a:ahLst/>
              <a:cxnLst/>
              <a:rect l="l" t="t" r="r" b="b"/>
              <a:pathLst>
                <a:path w="4580" h="4580" extrusionOk="0">
                  <a:moveTo>
                    <a:pt x="2289" y="154"/>
                  </a:moveTo>
                  <a:cubicBezTo>
                    <a:pt x="3467" y="154"/>
                    <a:pt x="4426" y="1112"/>
                    <a:pt x="4426" y="2289"/>
                  </a:cubicBezTo>
                  <a:cubicBezTo>
                    <a:pt x="4426" y="3468"/>
                    <a:pt x="3467" y="4426"/>
                    <a:pt x="2289" y="4426"/>
                  </a:cubicBezTo>
                  <a:cubicBezTo>
                    <a:pt x="1112" y="4426"/>
                    <a:pt x="154" y="3468"/>
                    <a:pt x="154" y="2289"/>
                  </a:cubicBezTo>
                  <a:cubicBezTo>
                    <a:pt x="154" y="1112"/>
                    <a:pt x="1112" y="154"/>
                    <a:pt x="2289" y="154"/>
                  </a:cubicBezTo>
                  <a:close/>
                  <a:moveTo>
                    <a:pt x="2289" y="1"/>
                  </a:moveTo>
                  <a:cubicBezTo>
                    <a:pt x="1027" y="1"/>
                    <a:pt x="1" y="1028"/>
                    <a:pt x="1" y="2289"/>
                  </a:cubicBezTo>
                  <a:cubicBezTo>
                    <a:pt x="1" y="3552"/>
                    <a:pt x="1027" y="4579"/>
                    <a:pt x="2289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2">
              <a:extLst>
                <a:ext uri="{FF2B5EF4-FFF2-40B4-BE49-F238E27FC236}">
                  <a16:creationId xmlns:a16="http://schemas.microsoft.com/office/drawing/2014/main" id="{7E310AEC-BA1C-67BA-F11A-84373A5B438B}"/>
                </a:ext>
              </a:extLst>
            </p:cNvPr>
            <p:cNvSpPr/>
            <p:nvPr/>
          </p:nvSpPr>
          <p:spPr>
            <a:xfrm rot="2576386">
              <a:off x="6188745" y="4762327"/>
              <a:ext cx="91635" cy="91694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2">
              <a:extLst>
                <a:ext uri="{FF2B5EF4-FFF2-40B4-BE49-F238E27FC236}">
                  <a16:creationId xmlns:a16="http://schemas.microsoft.com/office/drawing/2014/main" id="{F002D722-0553-3252-1024-B5AFD8D6831B}"/>
                </a:ext>
              </a:extLst>
            </p:cNvPr>
            <p:cNvSpPr/>
            <p:nvPr/>
          </p:nvSpPr>
          <p:spPr>
            <a:xfrm rot="2576386">
              <a:off x="6100556" y="4674205"/>
              <a:ext cx="268001" cy="26794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2">
              <a:extLst>
                <a:ext uri="{FF2B5EF4-FFF2-40B4-BE49-F238E27FC236}">
                  <a16:creationId xmlns:a16="http://schemas.microsoft.com/office/drawing/2014/main" id="{D4BAF7E1-A97F-E5D0-1837-0A5C95F1CCF5}"/>
                </a:ext>
              </a:extLst>
            </p:cNvPr>
            <p:cNvSpPr/>
            <p:nvPr/>
          </p:nvSpPr>
          <p:spPr>
            <a:xfrm flipH="1">
              <a:off x="7465557" y="4179196"/>
              <a:ext cx="138558" cy="138446"/>
            </a:xfrm>
            <a:custGeom>
              <a:avLst/>
              <a:gdLst/>
              <a:ahLst/>
              <a:cxnLst/>
              <a:rect l="l" t="t" r="r" b="b"/>
              <a:pathLst>
                <a:path w="2368" h="2366" extrusionOk="0">
                  <a:moveTo>
                    <a:pt x="1184" y="154"/>
                  </a:moveTo>
                  <a:cubicBezTo>
                    <a:pt x="1751" y="154"/>
                    <a:pt x="2214" y="615"/>
                    <a:pt x="2214" y="1182"/>
                  </a:cubicBezTo>
                  <a:cubicBezTo>
                    <a:pt x="2214" y="1750"/>
                    <a:pt x="1751" y="2212"/>
                    <a:pt x="1184" y="2212"/>
                  </a:cubicBezTo>
                  <a:cubicBezTo>
                    <a:pt x="617" y="2212"/>
                    <a:pt x="154" y="1750"/>
                    <a:pt x="154" y="1182"/>
                  </a:cubicBezTo>
                  <a:cubicBezTo>
                    <a:pt x="154" y="615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0"/>
                    <a:pt x="1" y="1182"/>
                  </a:cubicBezTo>
                  <a:cubicBezTo>
                    <a:pt x="1" y="1835"/>
                    <a:pt x="531" y="2366"/>
                    <a:pt x="1184" y="2366"/>
                  </a:cubicBezTo>
                  <a:cubicBezTo>
                    <a:pt x="1837" y="2366"/>
                    <a:pt x="2367" y="1835"/>
                    <a:pt x="2367" y="1182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7566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F1201FBA-EDEE-F2A6-D1D1-FBE9D361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7D36A731-CCD1-7C16-BEF7-4B66F3DC5C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are the features?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19E4C596-5251-A159-24F0-83BF8EB43355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59F4D960-E19F-1D0A-2608-D3174ED96B14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19A1486C-C4F7-DBDB-222D-0C688A47D80D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DE95EA01-B75F-4B24-148C-B333A413573D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B4CA8D5F-A416-4DD0-6132-7ECD4B01F227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/>
              <a:t>Channels</a:t>
            </a:r>
          </a:p>
          <a:p>
            <a:endParaRPr lang="en-US" dirty="0"/>
          </a:p>
          <a:p>
            <a:r>
              <a:rPr lang="en-US" dirty="0"/>
              <a:t>Speed</a:t>
            </a:r>
          </a:p>
          <a:p>
            <a:endParaRPr lang="en-US" dirty="0"/>
          </a:p>
          <a:p>
            <a:r>
              <a:rPr lang="en-US" dirty="0"/>
              <a:t>Buffer</a:t>
            </a:r>
          </a:p>
          <a:p>
            <a:endParaRPr lang="en-US" dirty="0"/>
          </a:p>
          <a:p>
            <a:r>
              <a:rPr lang="en-US" dirty="0"/>
              <a:t>Software</a:t>
            </a:r>
          </a:p>
          <a:p>
            <a:endParaRPr lang="en-US" dirty="0"/>
          </a:p>
          <a:p>
            <a:r>
              <a:rPr lang="en-US" dirty="0"/>
              <a:t>Cost</a:t>
            </a:r>
          </a:p>
        </p:txBody>
      </p:sp>
      <p:pic>
        <p:nvPicPr>
          <p:cNvPr id="8194" name="Picture 2" descr="Logic Analyzer LA1010 16 Channel 100MHz Sampling Rate Price in Bangladesh">
            <a:extLst>
              <a:ext uri="{FF2B5EF4-FFF2-40B4-BE49-F238E27FC236}">
                <a16:creationId xmlns:a16="http://schemas.microsoft.com/office/drawing/2014/main" id="{8BB45EB0-AC93-3382-338D-EE5AE5979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93" y="1158044"/>
            <a:ext cx="3432056" cy="3432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48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9A6AC27C-6F9E-D7A2-D848-7C191B004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B5825FD9-3E5D-3E42-00E2-441467455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Channels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168AA868-5B58-24C8-4F5D-F1C183FAF1AD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4741492E-274E-69EC-9829-46049093EF0D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9CC9D9CC-0776-2694-3BD3-9F8B7CE6C025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2496E9BB-128B-CBF5-EAA2-5EB613F5182E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E3D922F8-7D56-515F-CCA1-510C530B46A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/>
              <a:t>Channels are captured in parallel to compare multiple signals</a:t>
            </a:r>
          </a:p>
          <a:p>
            <a:endParaRPr lang="en-US" dirty="0"/>
          </a:p>
          <a:p>
            <a:r>
              <a:rPr lang="en-US" dirty="0"/>
              <a:t>Multiple channels are needed for some protocols</a:t>
            </a:r>
          </a:p>
          <a:p>
            <a:endParaRPr lang="en-US" dirty="0"/>
          </a:p>
          <a:p>
            <a:r>
              <a:rPr lang="en-US" dirty="0"/>
              <a:t>I2C – 2 channel</a:t>
            </a:r>
          </a:p>
          <a:p>
            <a:r>
              <a:rPr lang="en-US" dirty="0"/>
              <a:t>SPI – 3+ channels</a:t>
            </a:r>
          </a:p>
          <a:p>
            <a:r>
              <a:rPr lang="en-US" dirty="0"/>
              <a:t>Parallel – 8+ channels</a:t>
            </a:r>
          </a:p>
        </p:txBody>
      </p:sp>
      <p:pic>
        <p:nvPicPr>
          <p:cNvPr id="9220" name="Picture 4" descr="What Is a Logic Analyzer? | Saleae Articles">
            <a:extLst>
              <a:ext uri="{FF2B5EF4-FFF2-40B4-BE49-F238E27FC236}">
                <a16:creationId xmlns:a16="http://schemas.microsoft.com/office/drawing/2014/main" id="{D1DCA735-321F-DFED-278E-6BF2C6C8C2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042"/>
          <a:stretch>
            <a:fillRect/>
          </a:stretch>
        </p:blipFill>
        <p:spPr bwMode="auto">
          <a:xfrm>
            <a:off x="4401484" y="1960826"/>
            <a:ext cx="4537145" cy="197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044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16D77F10-D8DF-F4CD-21DE-D8CF59A10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A5D29FE4-FB23-29DA-B615-8CB03CF5D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Speed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3AE6B8AB-6455-4501-538A-EE5D772C011F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8BBCD2D1-DB7C-45CF-6A68-2C975839AE82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60C599DB-B015-9910-420B-A750E395AA92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F5BFECE0-4B51-1C9A-178C-0E24F8174B53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F0604858-A3D7-6239-1FAC-8FC5CCA1785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6"/>
            <a:ext cx="3848132" cy="2687243"/>
          </a:xfrm>
        </p:spPr>
        <p:txBody>
          <a:bodyPr/>
          <a:lstStyle/>
          <a:p>
            <a:r>
              <a:rPr lang="en-US" dirty="0"/>
              <a:t>Sample rate is important to capture all the data</a:t>
            </a:r>
          </a:p>
          <a:p>
            <a:endParaRPr lang="en-US" dirty="0"/>
          </a:p>
          <a:p>
            <a:r>
              <a:rPr lang="en-US" dirty="0"/>
              <a:t>Nyquist-Shannon sampling theorem states that the sample rate must be at least twice the captured signal in order to avoid aliasing</a:t>
            </a:r>
          </a:p>
          <a:p>
            <a:endParaRPr lang="en-US" dirty="0"/>
          </a:p>
          <a:p>
            <a:r>
              <a:rPr lang="en-US" dirty="0"/>
              <a:t>Aliasing basically means you miss edges because they happen while you are not looking </a:t>
            </a:r>
          </a:p>
        </p:txBody>
      </p:sp>
      <p:pic>
        <p:nvPicPr>
          <p:cNvPr id="10242" name="Picture 2" descr="125 kS/s sampling rate? - Logic 2 Software - Saleae - Logic 2">
            <a:extLst>
              <a:ext uri="{FF2B5EF4-FFF2-40B4-BE49-F238E27FC236}">
                <a16:creationId xmlns:a16="http://schemas.microsoft.com/office/drawing/2014/main" id="{98C6A418-2818-01A4-0410-F3F80E529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066" y="1672326"/>
            <a:ext cx="3832070" cy="2556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582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63154CF2-4655-9386-0AD9-52A6359D7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3FD41FF6-5C87-21B6-BB33-2A8FBDD50A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Buffer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53C99F67-3551-2588-C37D-92840AA42FD3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BCA7070A-B7F2-A1FF-8F19-2DD8036292F5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C6885D9F-1048-CD92-F0A4-6B44FB9FF8A5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193060C5-38A0-61E8-2698-396C5C572C93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1BC11145-E8E7-FE5F-DFFD-962F9242FF5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/>
              <a:t>Buffers store data on the analyzer in real-time so they can be streamed later to a PC</a:t>
            </a:r>
          </a:p>
          <a:p>
            <a:endParaRPr lang="en-US" dirty="0"/>
          </a:p>
          <a:p>
            <a:r>
              <a:rPr lang="en-US" dirty="0"/>
              <a:t>Larger buffers allow more sampling time before needing to ‘come up for air’ and transfer the data back to the host</a:t>
            </a:r>
          </a:p>
        </p:txBody>
      </p:sp>
      <p:pic>
        <p:nvPicPr>
          <p:cNvPr id="11266" name="Picture 2" descr="USB Logic Analyzer - 24MHz/8-Channel - RobotShop">
            <a:extLst>
              <a:ext uri="{FF2B5EF4-FFF2-40B4-BE49-F238E27FC236}">
                <a16:creationId xmlns:a16="http://schemas.microsoft.com/office/drawing/2014/main" id="{BDAFABFF-36BD-6625-8E2B-AD4E7D233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136" y="1247452"/>
            <a:ext cx="3212013" cy="321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382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99CE9CD9-62F8-7B3D-ACC2-84BB7872F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4ECA7B5C-56DD-13F1-C85C-08E5C4008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Software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8508B5E1-19E5-210B-A7F2-414FF14C3443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41134CC3-A105-3A4C-7241-D6DB80DB26BE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138B01F7-231A-FDF1-7F48-4BFBFC2896E2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56277996-CE28-E62A-8AFF-4548E3675300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3F45D128-9FBB-7AEE-5D69-AC837739BA4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/>
              <a:t>Some open-source software such as </a:t>
            </a:r>
            <a:r>
              <a:rPr lang="en-US" dirty="0" err="1"/>
              <a:t>PulseView</a:t>
            </a:r>
            <a:r>
              <a:rPr lang="en-US" dirty="0"/>
              <a:t> or </a:t>
            </a:r>
            <a:r>
              <a:rPr lang="en-US" dirty="0" err="1"/>
              <a:t>sigrok</a:t>
            </a:r>
            <a:r>
              <a:rPr lang="en-US" dirty="0"/>
              <a:t> exist and supports most logic analyzers</a:t>
            </a:r>
          </a:p>
          <a:p>
            <a:endParaRPr lang="en-US" dirty="0"/>
          </a:p>
          <a:p>
            <a:r>
              <a:rPr lang="en-US" dirty="0"/>
              <a:t>Vendor software is a grab bag of awful and awesome</a:t>
            </a:r>
          </a:p>
        </p:txBody>
      </p:sp>
      <p:pic>
        <p:nvPicPr>
          <p:cNvPr id="12290" name="Picture 2" descr="Using a Raspberry Pi Pico as a Logic Analyzer with PulseView - Hackster.io">
            <a:extLst>
              <a:ext uri="{FF2B5EF4-FFF2-40B4-BE49-F238E27FC236}">
                <a16:creationId xmlns:a16="http://schemas.microsoft.com/office/drawing/2014/main" id="{0F0114D1-3F9A-5EE3-C3A8-02D30A0F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882" y="1239025"/>
            <a:ext cx="4382316" cy="328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520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3059BAD1-0279-49E8-3C6F-ACC2AFC0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87DD7C92-054E-466A-91C3-ADCA7718E9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Cost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D78E6F54-747A-FBD4-8037-7639BE9EACF4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A424E9DA-40CF-118C-8B2A-CA66262E9E3F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831CA24F-2236-F624-E93B-277A6498ED35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A3443FF4-22ED-0C67-7DF1-66FF4998801A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876E8934-8F25-1B6E-BBC0-57C713B7852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/>
              <a:t>Standalone models can be very expensive</a:t>
            </a:r>
          </a:p>
          <a:p>
            <a:endParaRPr lang="en-US" dirty="0"/>
          </a:p>
          <a:p>
            <a:r>
              <a:rPr lang="en-US" dirty="0"/>
              <a:t>Better features add cost</a:t>
            </a:r>
          </a:p>
          <a:p>
            <a:endParaRPr lang="en-US" dirty="0"/>
          </a:p>
          <a:p>
            <a:r>
              <a:rPr lang="en-US" dirty="0"/>
              <a:t>Very cheap logic analyzers work for most casual users, however</a:t>
            </a:r>
          </a:p>
        </p:txBody>
      </p:sp>
      <p:pic>
        <p:nvPicPr>
          <p:cNvPr id="13314" name="Picture 2" descr="The Essentials of Logic Analyzers | Electronic Design">
            <a:extLst>
              <a:ext uri="{FF2B5EF4-FFF2-40B4-BE49-F238E27FC236}">
                <a16:creationId xmlns:a16="http://schemas.microsoft.com/office/drawing/2014/main" id="{00802A1C-43A4-117D-3749-F44FB0E00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983" y="1548437"/>
            <a:ext cx="45720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267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7">
          <a:extLst>
            <a:ext uri="{FF2B5EF4-FFF2-40B4-BE49-F238E27FC236}">
              <a16:creationId xmlns:a16="http://schemas.microsoft.com/office/drawing/2014/main" id="{7FC81A80-B78F-3391-4EC2-912ECEB17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52">
            <a:extLst>
              <a:ext uri="{FF2B5EF4-FFF2-40B4-BE49-F238E27FC236}">
                <a16:creationId xmlns:a16="http://schemas.microsoft.com/office/drawing/2014/main" id="{11D565C2-FB7E-6440-D53C-21F9A7D5EB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7083" y="1840475"/>
            <a:ext cx="3559500" cy="13541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CHEAP LOGIC ANALYZERS</a:t>
            </a:r>
            <a:endParaRPr dirty="0"/>
          </a:p>
        </p:txBody>
      </p:sp>
      <p:sp>
        <p:nvSpPr>
          <p:cNvPr id="2249" name="Google Shape;2249;p52">
            <a:extLst>
              <a:ext uri="{FF2B5EF4-FFF2-40B4-BE49-F238E27FC236}">
                <a16:creationId xmlns:a16="http://schemas.microsoft.com/office/drawing/2014/main" id="{2B37572A-C14E-7C88-EDF1-2B11E4993C4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92250" y="998675"/>
            <a:ext cx="1249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251" name="Google Shape;2251;p52">
            <a:extLst>
              <a:ext uri="{FF2B5EF4-FFF2-40B4-BE49-F238E27FC236}">
                <a16:creationId xmlns:a16="http://schemas.microsoft.com/office/drawing/2014/main" id="{CBDCB724-1FC2-3191-9147-F42517F3F651}"/>
              </a:ext>
            </a:extLst>
          </p:cNvPr>
          <p:cNvGrpSpPr/>
          <p:nvPr/>
        </p:nvGrpSpPr>
        <p:grpSpPr>
          <a:xfrm>
            <a:off x="724831" y="-43622"/>
            <a:ext cx="2207482" cy="1748498"/>
            <a:chOff x="724831" y="-43622"/>
            <a:chExt cx="2207482" cy="1748498"/>
          </a:xfrm>
        </p:grpSpPr>
        <p:sp>
          <p:nvSpPr>
            <p:cNvPr id="2252" name="Google Shape;2252;p52">
              <a:extLst>
                <a:ext uri="{FF2B5EF4-FFF2-40B4-BE49-F238E27FC236}">
                  <a16:creationId xmlns:a16="http://schemas.microsoft.com/office/drawing/2014/main" id="{6C82DE99-769A-0276-0831-8D7B818A792F}"/>
                </a:ext>
              </a:extLst>
            </p:cNvPr>
            <p:cNvSpPr/>
            <p:nvPr/>
          </p:nvSpPr>
          <p:spPr>
            <a:xfrm rot="5400000">
              <a:off x="2033374" y="-162906"/>
              <a:ext cx="765077" cy="1032799"/>
            </a:xfrm>
            <a:custGeom>
              <a:avLst/>
              <a:gdLst/>
              <a:ahLst/>
              <a:cxnLst/>
              <a:rect l="l" t="t" r="r" b="b"/>
              <a:pathLst>
                <a:path w="15326" h="20689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52">
              <a:extLst>
                <a:ext uri="{FF2B5EF4-FFF2-40B4-BE49-F238E27FC236}">
                  <a16:creationId xmlns:a16="http://schemas.microsoft.com/office/drawing/2014/main" id="{A33D7246-DF70-7246-A8C1-92FA41961266}"/>
                </a:ext>
              </a:extLst>
            </p:cNvPr>
            <p:cNvSpPr/>
            <p:nvPr/>
          </p:nvSpPr>
          <p:spPr>
            <a:xfrm rot="5400000">
              <a:off x="1668247" y="-80837"/>
              <a:ext cx="817044" cy="920628"/>
            </a:xfrm>
            <a:custGeom>
              <a:avLst/>
              <a:gdLst/>
              <a:ahLst/>
              <a:cxnLst/>
              <a:rect l="l" t="t" r="r" b="b"/>
              <a:pathLst>
                <a:path w="16367" h="18442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52">
              <a:extLst>
                <a:ext uri="{FF2B5EF4-FFF2-40B4-BE49-F238E27FC236}">
                  <a16:creationId xmlns:a16="http://schemas.microsoft.com/office/drawing/2014/main" id="{A1AEF19F-6298-143B-2056-68AAF0E168AD}"/>
                </a:ext>
              </a:extLst>
            </p:cNvPr>
            <p:cNvSpPr/>
            <p:nvPr/>
          </p:nvSpPr>
          <p:spPr>
            <a:xfrm rot="5400000">
              <a:off x="1355217" y="95955"/>
              <a:ext cx="1128496" cy="873703"/>
            </a:xfrm>
            <a:custGeom>
              <a:avLst/>
              <a:gdLst/>
              <a:ahLst/>
              <a:cxnLst/>
              <a:rect l="l" t="t" r="r" b="b"/>
              <a:pathLst>
                <a:path w="22606" h="17502" extrusionOk="0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2">
              <a:extLst>
                <a:ext uri="{FF2B5EF4-FFF2-40B4-BE49-F238E27FC236}">
                  <a16:creationId xmlns:a16="http://schemas.microsoft.com/office/drawing/2014/main" id="{7340F4BC-37AE-8708-70A8-4CAF06B04737}"/>
                </a:ext>
              </a:extLst>
            </p:cNvPr>
            <p:cNvSpPr/>
            <p:nvPr/>
          </p:nvSpPr>
          <p:spPr>
            <a:xfrm rot="5400000">
              <a:off x="695419" y="453659"/>
              <a:ext cx="1143772" cy="214008"/>
            </a:xfrm>
            <a:custGeom>
              <a:avLst/>
              <a:gdLst/>
              <a:ahLst/>
              <a:cxnLst/>
              <a:rect l="l" t="t" r="r" b="b"/>
              <a:pathLst>
                <a:path w="22912" h="4287" extrusionOk="0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2">
              <a:extLst>
                <a:ext uri="{FF2B5EF4-FFF2-40B4-BE49-F238E27FC236}">
                  <a16:creationId xmlns:a16="http://schemas.microsoft.com/office/drawing/2014/main" id="{D384DF7E-0DE1-6419-C3FC-324DE3FD155D}"/>
                </a:ext>
              </a:extLst>
            </p:cNvPr>
            <p:cNvSpPr/>
            <p:nvPr/>
          </p:nvSpPr>
          <p:spPr>
            <a:xfrm rot="5400000">
              <a:off x="171099" y="727920"/>
              <a:ext cx="1667734" cy="124651"/>
            </a:xfrm>
            <a:custGeom>
              <a:avLst/>
              <a:gdLst/>
              <a:ahLst/>
              <a:cxnLst/>
              <a:rect l="l" t="t" r="r" b="b"/>
              <a:pathLst>
                <a:path w="33408" h="2497" extrusionOk="0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2">
              <a:extLst>
                <a:ext uri="{FF2B5EF4-FFF2-40B4-BE49-F238E27FC236}">
                  <a16:creationId xmlns:a16="http://schemas.microsoft.com/office/drawing/2014/main" id="{7CCD6D6E-145C-4459-8401-5ED54805CF83}"/>
                </a:ext>
              </a:extLst>
            </p:cNvPr>
            <p:cNvSpPr/>
            <p:nvPr/>
          </p:nvSpPr>
          <p:spPr>
            <a:xfrm rot="5400000">
              <a:off x="1794451" y="760564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2">
              <a:extLst>
                <a:ext uri="{FF2B5EF4-FFF2-40B4-BE49-F238E27FC236}">
                  <a16:creationId xmlns:a16="http://schemas.microsoft.com/office/drawing/2014/main" id="{5685446E-1EF3-EF4F-A38A-F77AA2F6C6D9}"/>
                </a:ext>
              </a:extLst>
            </p:cNvPr>
            <p:cNvSpPr/>
            <p:nvPr/>
          </p:nvSpPr>
          <p:spPr>
            <a:xfrm rot="5400000">
              <a:off x="1878968" y="676047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52">
              <a:extLst>
                <a:ext uri="{FF2B5EF4-FFF2-40B4-BE49-F238E27FC236}">
                  <a16:creationId xmlns:a16="http://schemas.microsoft.com/office/drawing/2014/main" id="{EC4FB01B-51E6-D2B9-8883-115F348FE58D}"/>
                </a:ext>
              </a:extLst>
            </p:cNvPr>
            <p:cNvSpPr/>
            <p:nvPr/>
          </p:nvSpPr>
          <p:spPr>
            <a:xfrm rot="5400000">
              <a:off x="1965857" y="589208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52">
              <a:extLst>
                <a:ext uri="{FF2B5EF4-FFF2-40B4-BE49-F238E27FC236}">
                  <a16:creationId xmlns:a16="http://schemas.microsoft.com/office/drawing/2014/main" id="{FA4ECB42-0B17-80BF-7FB4-2BAA727DB0D5}"/>
                </a:ext>
              </a:extLst>
            </p:cNvPr>
            <p:cNvSpPr/>
            <p:nvPr/>
          </p:nvSpPr>
          <p:spPr>
            <a:xfrm rot="5400000">
              <a:off x="724831" y="674899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52">
              <a:extLst>
                <a:ext uri="{FF2B5EF4-FFF2-40B4-BE49-F238E27FC236}">
                  <a16:creationId xmlns:a16="http://schemas.microsoft.com/office/drawing/2014/main" id="{A520ADAD-D8F2-98E3-6246-A94AF3969314}"/>
                </a:ext>
              </a:extLst>
            </p:cNvPr>
            <p:cNvSpPr/>
            <p:nvPr/>
          </p:nvSpPr>
          <p:spPr>
            <a:xfrm rot="5400000">
              <a:off x="809373" y="590407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52">
              <a:extLst>
                <a:ext uri="{FF2B5EF4-FFF2-40B4-BE49-F238E27FC236}">
                  <a16:creationId xmlns:a16="http://schemas.microsoft.com/office/drawing/2014/main" id="{4694DFF0-A4CF-E9B1-1FD4-C1E45BD1814E}"/>
                </a:ext>
              </a:extLst>
            </p:cNvPr>
            <p:cNvSpPr/>
            <p:nvPr/>
          </p:nvSpPr>
          <p:spPr>
            <a:xfrm rot="5400000">
              <a:off x="896162" y="503568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52">
              <a:extLst>
                <a:ext uri="{FF2B5EF4-FFF2-40B4-BE49-F238E27FC236}">
                  <a16:creationId xmlns:a16="http://schemas.microsoft.com/office/drawing/2014/main" id="{2DD94502-31D0-3974-7020-2D5CA0CB7D8C}"/>
                </a:ext>
              </a:extLst>
            </p:cNvPr>
            <p:cNvSpPr/>
            <p:nvPr/>
          </p:nvSpPr>
          <p:spPr>
            <a:xfrm rot="5400000">
              <a:off x="1128922" y="974553"/>
              <a:ext cx="78225" cy="78275"/>
            </a:xfrm>
            <a:custGeom>
              <a:avLst/>
              <a:gdLst/>
              <a:ahLst/>
              <a:cxnLst/>
              <a:rect l="l" t="t" r="r" b="b"/>
              <a:pathLst>
                <a:path w="1567" h="1568" extrusionOk="0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52">
              <a:extLst>
                <a:ext uri="{FF2B5EF4-FFF2-40B4-BE49-F238E27FC236}">
                  <a16:creationId xmlns:a16="http://schemas.microsoft.com/office/drawing/2014/main" id="{738AAC09-2BC1-7BDD-E7D9-E9322ED43F09}"/>
                </a:ext>
              </a:extLst>
            </p:cNvPr>
            <p:cNvSpPr/>
            <p:nvPr/>
          </p:nvSpPr>
          <p:spPr>
            <a:xfrm rot="5400000">
              <a:off x="1053744" y="899371"/>
              <a:ext cx="228585" cy="228635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2">
              <a:extLst>
                <a:ext uri="{FF2B5EF4-FFF2-40B4-BE49-F238E27FC236}">
                  <a16:creationId xmlns:a16="http://schemas.microsoft.com/office/drawing/2014/main" id="{08695F1E-1687-544B-1AA0-4272586F49D5}"/>
                </a:ext>
              </a:extLst>
            </p:cNvPr>
            <p:cNvSpPr/>
            <p:nvPr/>
          </p:nvSpPr>
          <p:spPr>
            <a:xfrm rot="5400000">
              <a:off x="1857628" y="409291"/>
              <a:ext cx="123602" cy="123552"/>
            </a:xfrm>
            <a:custGeom>
              <a:avLst/>
              <a:gdLst/>
              <a:ahLst/>
              <a:cxnLst/>
              <a:rect l="l" t="t" r="r" b="b"/>
              <a:pathLst>
                <a:path w="2476" h="2475" extrusionOk="0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52">
              <a:extLst>
                <a:ext uri="{FF2B5EF4-FFF2-40B4-BE49-F238E27FC236}">
                  <a16:creationId xmlns:a16="http://schemas.microsoft.com/office/drawing/2014/main" id="{A5A5644D-C545-D333-DAD4-3EE0DF809CE5}"/>
                </a:ext>
              </a:extLst>
            </p:cNvPr>
            <p:cNvSpPr/>
            <p:nvPr/>
          </p:nvSpPr>
          <p:spPr>
            <a:xfrm rot="5400000">
              <a:off x="1893395" y="445010"/>
              <a:ext cx="52117" cy="52117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52">
              <a:extLst>
                <a:ext uri="{FF2B5EF4-FFF2-40B4-BE49-F238E27FC236}">
                  <a16:creationId xmlns:a16="http://schemas.microsoft.com/office/drawing/2014/main" id="{9D9A202F-4D11-97F2-6068-61ACCAD33656}"/>
                </a:ext>
              </a:extLst>
            </p:cNvPr>
            <p:cNvSpPr/>
            <p:nvPr/>
          </p:nvSpPr>
          <p:spPr>
            <a:xfrm rot="5400000">
              <a:off x="1562392" y="718455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2">
              <a:extLst>
                <a:ext uri="{FF2B5EF4-FFF2-40B4-BE49-F238E27FC236}">
                  <a16:creationId xmlns:a16="http://schemas.microsoft.com/office/drawing/2014/main" id="{F45E5592-7C57-D14D-1384-918BF012D2E2}"/>
                </a:ext>
              </a:extLst>
            </p:cNvPr>
            <p:cNvSpPr/>
            <p:nvPr/>
          </p:nvSpPr>
          <p:spPr>
            <a:xfrm rot="5400000">
              <a:off x="1598159" y="754274"/>
              <a:ext cx="52017" cy="52017"/>
            </a:xfrm>
            <a:custGeom>
              <a:avLst/>
              <a:gdLst/>
              <a:ahLst/>
              <a:cxnLst/>
              <a:rect l="l" t="t" r="r" b="b"/>
              <a:pathLst>
                <a:path w="1042" h="1042" extrusionOk="0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2">
              <a:extLst>
                <a:ext uri="{FF2B5EF4-FFF2-40B4-BE49-F238E27FC236}">
                  <a16:creationId xmlns:a16="http://schemas.microsoft.com/office/drawing/2014/main" id="{BCB164EB-3D7B-E196-E8C9-ADB93B004597}"/>
                </a:ext>
              </a:extLst>
            </p:cNvPr>
            <p:cNvSpPr/>
            <p:nvPr/>
          </p:nvSpPr>
          <p:spPr>
            <a:xfrm rot="5400000">
              <a:off x="1490979" y="1041722"/>
              <a:ext cx="123552" cy="123552"/>
            </a:xfrm>
            <a:custGeom>
              <a:avLst/>
              <a:gdLst/>
              <a:ahLst/>
              <a:cxnLst/>
              <a:rect l="l" t="t" r="r" b="b"/>
              <a:pathLst>
                <a:path w="2475" h="2475" extrusionOk="0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2">
              <a:extLst>
                <a:ext uri="{FF2B5EF4-FFF2-40B4-BE49-F238E27FC236}">
                  <a16:creationId xmlns:a16="http://schemas.microsoft.com/office/drawing/2014/main" id="{2BF081DE-D3CD-BA90-FB55-AC515E5F7352}"/>
                </a:ext>
              </a:extLst>
            </p:cNvPr>
            <p:cNvSpPr/>
            <p:nvPr/>
          </p:nvSpPr>
          <p:spPr>
            <a:xfrm rot="5400000">
              <a:off x="1526721" y="1077466"/>
              <a:ext cx="52067" cy="52067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2">
              <a:extLst>
                <a:ext uri="{FF2B5EF4-FFF2-40B4-BE49-F238E27FC236}">
                  <a16:creationId xmlns:a16="http://schemas.microsoft.com/office/drawing/2014/main" id="{F98BD867-A524-EF3F-A063-B352A7C5B4A8}"/>
                </a:ext>
              </a:extLst>
            </p:cNvPr>
            <p:cNvSpPr/>
            <p:nvPr/>
          </p:nvSpPr>
          <p:spPr>
            <a:xfrm rot="5400000">
              <a:off x="1251680" y="1103450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52">
              <a:extLst>
                <a:ext uri="{FF2B5EF4-FFF2-40B4-BE49-F238E27FC236}">
                  <a16:creationId xmlns:a16="http://schemas.microsoft.com/office/drawing/2014/main" id="{05A059E3-74FD-7CF9-57CA-CB3418BF0274}"/>
                </a:ext>
              </a:extLst>
            </p:cNvPr>
            <p:cNvSpPr/>
            <p:nvPr/>
          </p:nvSpPr>
          <p:spPr>
            <a:xfrm rot="5400000">
              <a:off x="1287422" y="1139244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2">
              <a:extLst>
                <a:ext uri="{FF2B5EF4-FFF2-40B4-BE49-F238E27FC236}">
                  <a16:creationId xmlns:a16="http://schemas.microsoft.com/office/drawing/2014/main" id="{45971CC1-AF13-75BA-B8FE-26E0C06705CA}"/>
                </a:ext>
              </a:extLst>
            </p:cNvPr>
            <p:cNvSpPr/>
            <p:nvPr/>
          </p:nvSpPr>
          <p:spPr>
            <a:xfrm rot="5400000">
              <a:off x="995757" y="1581224"/>
              <a:ext cx="123652" cy="123652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2">
              <a:extLst>
                <a:ext uri="{FF2B5EF4-FFF2-40B4-BE49-F238E27FC236}">
                  <a16:creationId xmlns:a16="http://schemas.microsoft.com/office/drawing/2014/main" id="{08ABE549-2DB4-5098-07F8-3A15E7B4F03C}"/>
                </a:ext>
              </a:extLst>
            </p:cNvPr>
            <p:cNvSpPr/>
            <p:nvPr/>
          </p:nvSpPr>
          <p:spPr>
            <a:xfrm rot="5400000">
              <a:off x="1031524" y="1617043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5" name="Google Shape;2275;p52">
            <a:extLst>
              <a:ext uri="{FF2B5EF4-FFF2-40B4-BE49-F238E27FC236}">
                <a16:creationId xmlns:a16="http://schemas.microsoft.com/office/drawing/2014/main" id="{A5167DB3-BD1C-64CD-2907-14E8141172E7}"/>
              </a:ext>
            </a:extLst>
          </p:cNvPr>
          <p:cNvGrpSpPr/>
          <p:nvPr/>
        </p:nvGrpSpPr>
        <p:grpSpPr>
          <a:xfrm>
            <a:off x="5859613" y="3894874"/>
            <a:ext cx="3186812" cy="1676249"/>
            <a:chOff x="5859613" y="3894874"/>
            <a:chExt cx="3186812" cy="1676249"/>
          </a:xfrm>
        </p:grpSpPr>
        <p:sp>
          <p:nvSpPr>
            <p:cNvPr id="2276" name="Google Shape;2276;p52">
              <a:extLst>
                <a:ext uri="{FF2B5EF4-FFF2-40B4-BE49-F238E27FC236}">
                  <a16:creationId xmlns:a16="http://schemas.microsoft.com/office/drawing/2014/main" id="{D74AD65C-2834-C805-C4CC-18F53497A00F}"/>
                </a:ext>
              </a:extLst>
            </p:cNvPr>
            <p:cNvSpPr/>
            <p:nvPr/>
          </p:nvSpPr>
          <p:spPr>
            <a:xfrm flipH="1">
              <a:off x="7113983" y="4081301"/>
              <a:ext cx="1610732" cy="1106051"/>
            </a:xfrm>
            <a:custGeom>
              <a:avLst/>
              <a:gdLst/>
              <a:ahLst/>
              <a:cxnLst/>
              <a:rect l="l" t="t" r="r" b="b"/>
              <a:pathLst>
                <a:path w="27528" h="18902" extrusionOk="0">
                  <a:moveTo>
                    <a:pt x="26291" y="0"/>
                  </a:moveTo>
                  <a:cubicBezTo>
                    <a:pt x="25607" y="0"/>
                    <a:pt x="25053" y="555"/>
                    <a:pt x="25053" y="1238"/>
                  </a:cubicBezTo>
                  <a:cubicBezTo>
                    <a:pt x="25053" y="1496"/>
                    <a:pt x="25132" y="1735"/>
                    <a:pt x="25267" y="1932"/>
                  </a:cubicBezTo>
                  <a:lnTo>
                    <a:pt x="24630" y="2568"/>
                  </a:lnTo>
                  <a:lnTo>
                    <a:pt x="13951" y="2568"/>
                  </a:lnTo>
                  <a:cubicBezTo>
                    <a:pt x="13910" y="2568"/>
                    <a:pt x="13871" y="2585"/>
                    <a:pt x="13842" y="2614"/>
                  </a:cubicBezTo>
                  <a:lnTo>
                    <a:pt x="11635" y="4820"/>
                  </a:lnTo>
                  <a:cubicBezTo>
                    <a:pt x="11607" y="4849"/>
                    <a:pt x="11590" y="4888"/>
                    <a:pt x="11590" y="4929"/>
                  </a:cubicBezTo>
                  <a:lnTo>
                    <a:pt x="11590" y="9278"/>
                  </a:lnTo>
                  <a:lnTo>
                    <a:pt x="8136" y="12734"/>
                  </a:lnTo>
                  <a:lnTo>
                    <a:pt x="6029" y="12734"/>
                  </a:lnTo>
                  <a:cubicBezTo>
                    <a:pt x="5988" y="12734"/>
                    <a:pt x="5949" y="12749"/>
                    <a:pt x="5921" y="12779"/>
                  </a:cubicBezTo>
                  <a:lnTo>
                    <a:pt x="61" y="18639"/>
                  </a:lnTo>
                  <a:cubicBezTo>
                    <a:pt x="0" y="18698"/>
                    <a:pt x="0" y="18796"/>
                    <a:pt x="61" y="18856"/>
                  </a:cubicBezTo>
                  <a:cubicBezTo>
                    <a:pt x="90" y="18886"/>
                    <a:pt x="129" y="18901"/>
                    <a:pt x="169" y="18901"/>
                  </a:cubicBezTo>
                  <a:cubicBezTo>
                    <a:pt x="208" y="18901"/>
                    <a:pt x="247" y="18886"/>
                    <a:pt x="278" y="18856"/>
                  </a:cubicBezTo>
                  <a:lnTo>
                    <a:pt x="6092" y="13041"/>
                  </a:lnTo>
                  <a:lnTo>
                    <a:pt x="8199" y="13041"/>
                  </a:lnTo>
                  <a:cubicBezTo>
                    <a:pt x="8240" y="13041"/>
                    <a:pt x="8279" y="13025"/>
                    <a:pt x="8307" y="12996"/>
                  </a:cubicBezTo>
                  <a:lnTo>
                    <a:pt x="11853" y="9451"/>
                  </a:lnTo>
                  <a:cubicBezTo>
                    <a:pt x="11881" y="9421"/>
                    <a:pt x="11898" y="9382"/>
                    <a:pt x="11898" y="9342"/>
                  </a:cubicBezTo>
                  <a:lnTo>
                    <a:pt x="11898" y="4993"/>
                  </a:lnTo>
                  <a:lnTo>
                    <a:pt x="14015" y="2876"/>
                  </a:lnTo>
                  <a:lnTo>
                    <a:pt x="24694" y="2876"/>
                  </a:lnTo>
                  <a:cubicBezTo>
                    <a:pt x="24735" y="2876"/>
                    <a:pt x="24774" y="2860"/>
                    <a:pt x="24802" y="2831"/>
                  </a:cubicBezTo>
                  <a:lnTo>
                    <a:pt x="25474" y="2160"/>
                  </a:lnTo>
                  <a:cubicBezTo>
                    <a:pt x="25693" y="2354"/>
                    <a:pt x="25976" y="2475"/>
                    <a:pt x="26291" y="2475"/>
                  </a:cubicBezTo>
                  <a:cubicBezTo>
                    <a:pt x="26974" y="2475"/>
                    <a:pt x="27527" y="1920"/>
                    <a:pt x="27527" y="1237"/>
                  </a:cubicBezTo>
                  <a:cubicBezTo>
                    <a:pt x="27527" y="555"/>
                    <a:pt x="26974" y="0"/>
                    <a:pt x="26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2">
              <a:extLst>
                <a:ext uri="{FF2B5EF4-FFF2-40B4-BE49-F238E27FC236}">
                  <a16:creationId xmlns:a16="http://schemas.microsoft.com/office/drawing/2014/main" id="{C9294A85-6EAD-F8DF-332D-9DDA7E8F1A3D}"/>
                </a:ext>
              </a:extLst>
            </p:cNvPr>
            <p:cNvSpPr/>
            <p:nvPr/>
          </p:nvSpPr>
          <p:spPr>
            <a:xfrm flipH="1">
              <a:off x="7155899" y="4123198"/>
              <a:ext cx="60970" cy="61031"/>
            </a:xfrm>
            <a:custGeom>
              <a:avLst/>
              <a:gdLst/>
              <a:ahLst/>
              <a:cxnLst/>
              <a:rect l="l" t="t" r="r" b="b"/>
              <a:pathLst>
                <a:path w="1042" h="1043" extrusionOk="0">
                  <a:moveTo>
                    <a:pt x="522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2">
              <a:extLst>
                <a:ext uri="{FF2B5EF4-FFF2-40B4-BE49-F238E27FC236}">
                  <a16:creationId xmlns:a16="http://schemas.microsoft.com/office/drawing/2014/main" id="{AD6E8ECB-A11B-59BC-A992-484F2DE588CD}"/>
                </a:ext>
              </a:extLst>
            </p:cNvPr>
            <p:cNvSpPr/>
            <p:nvPr/>
          </p:nvSpPr>
          <p:spPr>
            <a:xfrm flipH="1">
              <a:off x="7658547" y="4332212"/>
              <a:ext cx="592088" cy="855138"/>
            </a:xfrm>
            <a:custGeom>
              <a:avLst/>
              <a:gdLst/>
              <a:ahLst/>
              <a:cxnLst/>
              <a:rect l="l" t="t" r="r" b="b"/>
              <a:pathLst>
                <a:path w="10119" h="14614" extrusionOk="0">
                  <a:moveTo>
                    <a:pt x="8882" y="0"/>
                  </a:moveTo>
                  <a:cubicBezTo>
                    <a:pt x="8198" y="0"/>
                    <a:pt x="7644" y="554"/>
                    <a:pt x="7644" y="1237"/>
                  </a:cubicBezTo>
                  <a:cubicBezTo>
                    <a:pt x="7644" y="1613"/>
                    <a:pt x="7815" y="1945"/>
                    <a:pt x="8079" y="2172"/>
                  </a:cubicBezTo>
                  <a:lnTo>
                    <a:pt x="6536" y="3716"/>
                  </a:lnTo>
                  <a:cubicBezTo>
                    <a:pt x="6507" y="3744"/>
                    <a:pt x="6491" y="3783"/>
                    <a:pt x="6491" y="3825"/>
                  </a:cubicBezTo>
                  <a:lnTo>
                    <a:pt x="6491" y="6474"/>
                  </a:lnTo>
                  <a:lnTo>
                    <a:pt x="3099" y="9864"/>
                  </a:lnTo>
                  <a:cubicBezTo>
                    <a:pt x="3071" y="9894"/>
                    <a:pt x="3055" y="9933"/>
                    <a:pt x="3055" y="9973"/>
                  </a:cubicBezTo>
                  <a:lnTo>
                    <a:pt x="3055" y="11357"/>
                  </a:lnTo>
                  <a:lnTo>
                    <a:pt x="61" y="14351"/>
                  </a:lnTo>
                  <a:cubicBezTo>
                    <a:pt x="1" y="14411"/>
                    <a:pt x="1" y="14508"/>
                    <a:pt x="61" y="14568"/>
                  </a:cubicBezTo>
                  <a:cubicBezTo>
                    <a:pt x="91" y="14598"/>
                    <a:pt x="130" y="14613"/>
                    <a:pt x="170" y="14613"/>
                  </a:cubicBezTo>
                  <a:cubicBezTo>
                    <a:pt x="209" y="14613"/>
                    <a:pt x="248" y="14598"/>
                    <a:pt x="279" y="14568"/>
                  </a:cubicBezTo>
                  <a:lnTo>
                    <a:pt x="3317" y="11530"/>
                  </a:lnTo>
                  <a:cubicBezTo>
                    <a:pt x="3345" y="11501"/>
                    <a:pt x="3362" y="11462"/>
                    <a:pt x="3362" y="11421"/>
                  </a:cubicBezTo>
                  <a:lnTo>
                    <a:pt x="3362" y="10037"/>
                  </a:lnTo>
                  <a:lnTo>
                    <a:pt x="6754" y="6646"/>
                  </a:lnTo>
                  <a:cubicBezTo>
                    <a:pt x="6782" y="6617"/>
                    <a:pt x="6799" y="6578"/>
                    <a:pt x="6799" y="6538"/>
                  </a:cubicBezTo>
                  <a:lnTo>
                    <a:pt x="6799" y="3888"/>
                  </a:lnTo>
                  <a:lnTo>
                    <a:pt x="8341" y="2346"/>
                  </a:lnTo>
                  <a:cubicBezTo>
                    <a:pt x="8504" y="2425"/>
                    <a:pt x="8686" y="2475"/>
                    <a:pt x="8882" y="2475"/>
                  </a:cubicBezTo>
                  <a:cubicBezTo>
                    <a:pt x="9565" y="2475"/>
                    <a:pt x="10118" y="1920"/>
                    <a:pt x="10118" y="1237"/>
                  </a:cubicBezTo>
                  <a:cubicBezTo>
                    <a:pt x="10118" y="554"/>
                    <a:pt x="9565" y="0"/>
                    <a:pt x="8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2">
              <a:extLst>
                <a:ext uri="{FF2B5EF4-FFF2-40B4-BE49-F238E27FC236}">
                  <a16:creationId xmlns:a16="http://schemas.microsoft.com/office/drawing/2014/main" id="{6387EEFD-07C7-AEAB-C759-60796D36F9BD}"/>
                </a:ext>
              </a:extLst>
            </p:cNvPr>
            <p:cNvSpPr/>
            <p:nvPr/>
          </p:nvSpPr>
          <p:spPr>
            <a:xfrm flipH="1">
              <a:off x="7700488" y="4374050"/>
              <a:ext cx="60970" cy="61090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0"/>
                  </a:moveTo>
                  <a:cubicBezTo>
                    <a:pt x="233" y="0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5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2">
              <a:extLst>
                <a:ext uri="{FF2B5EF4-FFF2-40B4-BE49-F238E27FC236}">
                  <a16:creationId xmlns:a16="http://schemas.microsoft.com/office/drawing/2014/main" id="{76692037-1A64-CA96-AE33-5DAD020B22CF}"/>
                </a:ext>
              </a:extLst>
            </p:cNvPr>
            <p:cNvSpPr/>
            <p:nvPr/>
          </p:nvSpPr>
          <p:spPr>
            <a:xfrm flipH="1">
              <a:off x="7352686" y="4362639"/>
              <a:ext cx="257865" cy="824710"/>
            </a:xfrm>
            <a:custGeom>
              <a:avLst/>
              <a:gdLst/>
              <a:ahLst/>
              <a:cxnLst/>
              <a:rect l="l" t="t" r="r" b="b"/>
              <a:pathLst>
                <a:path w="4407" h="14094" extrusionOk="0">
                  <a:moveTo>
                    <a:pt x="3169" y="0"/>
                  </a:moveTo>
                  <a:cubicBezTo>
                    <a:pt x="3169" y="0"/>
                    <a:pt x="3169" y="0"/>
                    <a:pt x="3170" y="0"/>
                  </a:cubicBezTo>
                  <a:lnTo>
                    <a:pt x="3170" y="0"/>
                  </a:lnTo>
                  <a:cubicBezTo>
                    <a:pt x="3170" y="0"/>
                    <a:pt x="3170" y="0"/>
                    <a:pt x="3170" y="0"/>
                  </a:cubicBezTo>
                  <a:close/>
                  <a:moveTo>
                    <a:pt x="3170" y="0"/>
                  </a:moveTo>
                  <a:cubicBezTo>
                    <a:pt x="2486" y="1"/>
                    <a:pt x="1932" y="555"/>
                    <a:pt x="1932" y="1238"/>
                  </a:cubicBezTo>
                  <a:cubicBezTo>
                    <a:pt x="1932" y="1522"/>
                    <a:pt x="2032" y="1781"/>
                    <a:pt x="2192" y="1989"/>
                  </a:cubicBezTo>
                  <a:lnTo>
                    <a:pt x="46" y="4136"/>
                  </a:lnTo>
                  <a:cubicBezTo>
                    <a:pt x="17" y="4165"/>
                    <a:pt x="1" y="4204"/>
                    <a:pt x="1" y="4244"/>
                  </a:cubicBezTo>
                  <a:lnTo>
                    <a:pt x="1" y="13940"/>
                  </a:lnTo>
                  <a:cubicBezTo>
                    <a:pt x="1" y="14023"/>
                    <a:pt x="69" y="14093"/>
                    <a:pt x="154" y="14093"/>
                  </a:cubicBezTo>
                  <a:cubicBezTo>
                    <a:pt x="239" y="14093"/>
                    <a:pt x="308" y="14023"/>
                    <a:pt x="308" y="13940"/>
                  </a:cubicBezTo>
                  <a:lnTo>
                    <a:pt x="308" y="4308"/>
                  </a:lnTo>
                  <a:lnTo>
                    <a:pt x="2409" y="2208"/>
                  </a:lnTo>
                  <a:cubicBezTo>
                    <a:pt x="2619" y="2373"/>
                    <a:pt x="2882" y="2475"/>
                    <a:pt x="3169" y="2475"/>
                  </a:cubicBezTo>
                  <a:cubicBezTo>
                    <a:pt x="3852" y="2475"/>
                    <a:pt x="4407" y="1921"/>
                    <a:pt x="4407" y="1238"/>
                  </a:cubicBezTo>
                  <a:cubicBezTo>
                    <a:pt x="4407" y="555"/>
                    <a:pt x="3854" y="1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2">
              <a:extLst>
                <a:ext uri="{FF2B5EF4-FFF2-40B4-BE49-F238E27FC236}">
                  <a16:creationId xmlns:a16="http://schemas.microsoft.com/office/drawing/2014/main" id="{97FE9962-712A-C8FE-4E81-0D40E987063C}"/>
                </a:ext>
              </a:extLst>
            </p:cNvPr>
            <p:cNvSpPr/>
            <p:nvPr/>
          </p:nvSpPr>
          <p:spPr>
            <a:xfrm flipH="1">
              <a:off x="7394577" y="4404536"/>
              <a:ext cx="61029" cy="61090"/>
            </a:xfrm>
            <a:custGeom>
              <a:avLst/>
              <a:gdLst/>
              <a:ahLst/>
              <a:cxnLst/>
              <a:rect l="l" t="t" r="r" b="b"/>
              <a:pathLst>
                <a:path w="1043" h="1044" extrusionOk="0">
                  <a:moveTo>
                    <a:pt x="522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2">
              <a:extLst>
                <a:ext uri="{FF2B5EF4-FFF2-40B4-BE49-F238E27FC236}">
                  <a16:creationId xmlns:a16="http://schemas.microsoft.com/office/drawing/2014/main" id="{490514EE-5765-788B-5EB8-B2DFDA860C97}"/>
                </a:ext>
              </a:extLst>
            </p:cNvPr>
            <p:cNvSpPr/>
            <p:nvPr/>
          </p:nvSpPr>
          <p:spPr>
            <a:xfrm flipH="1">
              <a:off x="7011085" y="4322674"/>
              <a:ext cx="383549" cy="864676"/>
            </a:xfrm>
            <a:custGeom>
              <a:avLst/>
              <a:gdLst/>
              <a:ahLst/>
              <a:cxnLst/>
              <a:rect l="l" t="t" r="r" b="b"/>
              <a:pathLst>
                <a:path w="6555" h="14777" extrusionOk="0">
                  <a:moveTo>
                    <a:pt x="5318" y="0"/>
                  </a:moveTo>
                  <a:lnTo>
                    <a:pt x="5318" y="1"/>
                  </a:lnTo>
                  <a:cubicBezTo>
                    <a:pt x="4634" y="1"/>
                    <a:pt x="4080" y="555"/>
                    <a:pt x="4080" y="1238"/>
                  </a:cubicBezTo>
                  <a:cubicBezTo>
                    <a:pt x="4080" y="1499"/>
                    <a:pt x="4162" y="1740"/>
                    <a:pt x="4300" y="1939"/>
                  </a:cubicBezTo>
                  <a:lnTo>
                    <a:pt x="2650" y="3589"/>
                  </a:lnTo>
                  <a:cubicBezTo>
                    <a:pt x="2621" y="3618"/>
                    <a:pt x="2605" y="3657"/>
                    <a:pt x="2605" y="3698"/>
                  </a:cubicBezTo>
                  <a:lnTo>
                    <a:pt x="2605" y="9205"/>
                  </a:lnTo>
                  <a:lnTo>
                    <a:pt x="45" y="11764"/>
                  </a:lnTo>
                  <a:cubicBezTo>
                    <a:pt x="17" y="11792"/>
                    <a:pt x="0" y="11831"/>
                    <a:pt x="0" y="11873"/>
                  </a:cubicBezTo>
                  <a:lnTo>
                    <a:pt x="0" y="14623"/>
                  </a:lnTo>
                  <a:cubicBezTo>
                    <a:pt x="0" y="14706"/>
                    <a:pt x="69" y="14776"/>
                    <a:pt x="154" y="14776"/>
                  </a:cubicBezTo>
                  <a:cubicBezTo>
                    <a:pt x="239" y="14776"/>
                    <a:pt x="308" y="14706"/>
                    <a:pt x="308" y="14623"/>
                  </a:cubicBezTo>
                  <a:lnTo>
                    <a:pt x="308" y="11937"/>
                  </a:lnTo>
                  <a:lnTo>
                    <a:pt x="2867" y="9377"/>
                  </a:lnTo>
                  <a:cubicBezTo>
                    <a:pt x="2897" y="9348"/>
                    <a:pt x="2912" y="9309"/>
                    <a:pt x="2912" y="9268"/>
                  </a:cubicBezTo>
                  <a:lnTo>
                    <a:pt x="2912" y="3762"/>
                  </a:lnTo>
                  <a:lnTo>
                    <a:pt x="4507" y="2166"/>
                  </a:lnTo>
                  <a:cubicBezTo>
                    <a:pt x="4724" y="2356"/>
                    <a:pt x="5006" y="2476"/>
                    <a:pt x="5318" y="2476"/>
                  </a:cubicBezTo>
                  <a:cubicBezTo>
                    <a:pt x="6001" y="2476"/>
                    <a:pt x="6554" y="1921"/>
                    <a:pt x="6554" y="1238"/>
                  </a:cubicBezTo>
                  <a:cubicBezTo>
                    <a:pt x="6554" y="555"/>
                    <a:pt x="6001" y="0"/>
                    <a:pt x="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2">
              <a:extLst>
                <a:ext uri="{FF2B5EF4-FFF2-40B4-BE49-F238E27FC236}">
                  <a16:creationId xmlns:a16="http://schemas.microsoft.com/office/drawing/2014/main" id="{2CA56F37-40CF-ED20-7F75-485A626D342D}"/>
                </a:ext>
              </a:extLst>
            </p:cNvPr>
            <p:cNvSpPr/>
            <p:nvPr/>
          </p:nvSpPr>
          <p:spPr>
            <a:xfrm flipH="1">
              <a:off x="7052914" y="4364570"/>
              <a:ext cx="61087" cy="61090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10"/>
                    <a:pt x="234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2">
              <a:extLst>
                <a:ext uri="{FF2B5EF4-FFF2-40B4-BE49-F238E27FC236}">
                  <a16:creationId xmlns:a16="http://schemas.microsoft.com/office/drawing/2014/main" id="{2DEA8130-AA90-BEBE-0F98-3C87A676C690}"/>
                </a:ext>
              </a:extLst>
            </p:cNvPr>
            <p:cNvSpPr/>
            <p:nvPr/>
          </p:nvSpPr>
          <p:spPr>
            <a:xfrm flipH="1">
              <a:off x="6980641" y="3894874"/>
              <a:ext cx="2065784" cy="1292479"/>
            </a:xfrm>
            <a:custGeom>
              <a:avLst/>
              <a:gdLst/>
              <a:ahLst/>
              <a:cxnLst/>
              <a:rect l="l" t="t" r="r" b="b"/>
              <a:pathLst>
                <a:path w="35305" h="22088" extrusionOk="0">
                  <a:moveTo>
                    <a:pt x="34068" y="0"/>
                  </a:moveTo>
                  <a:lnTo>
                    <a:pt x="34068" y="2"/>
                  </a:lnTo>
                  <a:cubicBezTo>
                    <a:pt x="33417" y="2"/>
                    <a:pt x="32889" y="505"/>
                    <a:pt x="32840" y="1142"/>
                  </a:cubicBezTo>
                  <a:lnTo>
                    <a:pt x="30174" y="1142"/>
                  </a:lnTo>
                  <a:cubicBezTo>
                    <a:pt x="30133" y="1142"/>
                    <a:pt x="30094" y="1159"/>
                    <a:pt x="30065" y="1187"/>
                  </a:cubicBezTo>
                  <a:lnTo>
                    <a:pt x="28175" y="3078"/>
                  </a:lnTo>
                  <a:lnTo>
                    <a:pt x="23925" y="3078"/>
                  </a:lnTo>
                  <a:lnTo>
                    <a:pt x="22560" y="1712"/>
                  </a:lnTo>
                  <a:cubicBezTo>
                    <a:pt x="22531" y="1684"/>
                    <a:pt x="22492" y="1667"/>
                    <a:pt x="22451" y="1667"/>
                  </a:cubicBezTo>
                  <a:lnTo>
                    <a:pt x="18617" y="1667"/>
                  </a:lnTo>
                  <a:cubicBezTo>
                    <a:pt x="18576" y="1667"/>
                    <a:pt x="18537" y="1684"/>
                    <a:pt x="18508" y="1712"/>
                  </a:cubicBezTo>
                  <a:lnTo>
                    <a:pt x="15949" y="4272"/>
                  </a:lnTo>
                  <a:lnTo>
                    <a:pt x="13335" y="4272"/>
                  </a:lnTo>
                  <a:cubicBezTo>
                    <a:pt x="13295" y="4272"/>
                    <a:pt x="13256" y="4288"/>
                    <a:pt x="13226" y="4317"/>
                  </a:cubicBezTo>
                  <a:lnTo>
                    <a:pt x="11853" y="5692"/>
                  </a:lnTo>
                  <a:cubicBezTo>
                    <a:pt x="11823" y="5720"/>
                    <a:pt x="11806" y="5759"/>
                    <a:pt x="11806" y="5800"/>
                  </a:cubicBezTo>
                  <a:lnTo>
                    <a:pt x="11806" y="10077"/>
                  </a:lnTo>
                  <a:lnTo>
                    <a:pt x="60" y="21825"/>
                  </a:lnTo>
                  <a:cubicBezTo>
                    <a:pt x="0" y="21884"/>
                    <a:pt x="0" y="21982"/>
                    <a:pt x="60" y="22041"/>
                  </a:cubicBezTo>
                  <a:cubicBezTo>
                    <a:pt x="90" y="22072"/>
                    <a:pt x="129" y="22087"/>
                    <a:pt x="169" y="22087"/>
                  </a:cubicBezTo>
                  <a:cubicBezTo>
                    <a:pt x="208" y="22087"/>
                    <a:pt x="247" y="22072"/>
                    <a:pt x="278" y="22041"/>
                  </a:cubicBezTo>
                  <a:lnTo>
                    <a:pt x="12070" y="10249"/>
                  </a:lnTo>
                  <a:cubicBezTo>
                    <a:pt x="12098" y="10220"/>
                    <a:pt x="12115" y="10181"/>
                    <a:pt x="12115" y="10140"/>
                  </a:cubicBezTo>
                  <a:lnTo>
                    <a:pt x="12115" y="5864"/>
                  </a:lnTo>
                  <a:lnTo>
                    <a:pt x="13399" y="4579"/>
                  </a:lnTo>
                  <a:lnTo>
                    <a:pt x="16013" y="4579"/>
                  </a:lnTo>
                  <a:cubicBezTo>
                    <a:pt x="16053" y="4579"/>
                    <a:pt x="16092" y="4563"/>
                    <a:pt x="16121" y="4534"/>
                  </a:cubicBezTo>
                  <a:lnTo>
                    <a:pt x="18681" y="1975"/>
                  </a:lnTo>
                  <a:lnTo>
                    <a:pt x="22387" y="1975"/>
                  </a:lnTo>
                  <a:lnTo>
                    <a:pt x="23754" y="3340"/>
                  </a:lnTo>
                  <a:cubicBezTo>
                    <a:pt x="23782" y="3369"/>
                    <a:pt x="23821" y="3385"/>
                    <a:pt x="23862" y="3385"/>
                  </a:cubicBezTo>
                  <a:lnTo>
                    <a:pt x="28239" y="3385"/>
                  </a:lnTo>
                  <a:cubicBezTo>
                    <a:pt x="28280" y="3385"/>
                    <a:pt x="28319" y="3369"/>
                    <a:pt x="28347" y="3340"/>
                  </a:cubicBezTo>
                  <a:lnTo>
                    <a:pt x="30238" y="1450"/>
                  </a:lnTo>
                  <a:lnTo>
                    <a:pt x="32852" y="1450"/>
                  </a:lnTo>
                  <a:cubicBezTo>
                    <a:pt x="32952" y="2031"/>
                    <a:pt x="33457" y="2476"/>
                    <a:pt x="34068" y="2476"/>
                  </a:cubicBezTo>
                  <a:cubicBezTo>
                    <a:pt x="34751" y="2476"/>
                    <a:pt x="35305" y="1922"/>
                    <a:pt x="35305" y="1238"/>
                  </a:cubicBezTo>
                  <a:cubicBezTo>
                    <a:pt x="35305" y="555"/>
                    <a:pt x="34751" y="0"/>
                    <a:pt x="34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2">
              <a:extLst>
                <a:ext uri="{FF2B5EF4-FFF2-40B4-BE49-F238E27FC236}">
                  <a16:creationId xmlns:a16="http://schemas.microsoft.com/office/drawing/2014/main" id="{26A88F9E-62BD-547A-B75F-BC9E90A93972}"/>
                </a:ext>
              </a:extLst>
            </p:cNvPr>
            <p:cNvSpPr/>
            <p:nvPr/>
          </p:nvSpPr>
          <p:spPr>
            <a:xfrm flipH="1">
              <a:off x="7022487" y="3936888"/>
              <a:ext cx="61029" cy="60973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2">
              <a:extLst>
                <a:ext uri="{FF2B5EF4-FFF2-40B4-BE49-F238E27FC236}">
                  <a16:creationId xmlns:a16="http://schemas.microsoft.com/office/drawing/2014/main" id="{7346BEAF-94B7-D3F9-D533-2339D8D0E348}"/>
                </a:ext>
              </a:extLst>
            </p:cNvPr>
            <p:cNvSpPr/>
            <p:nvPr/>
          </p:nvSpPr>
          <p:spPr>
            <a:xfrm rot="2576386">
              <a:off x="6242491" y="4224239"/>
              <a:ext cx="548115" cy="1339655"/>
            </a:xfrm>
            <a:custGeom>
              <a:avLst/>
              <a:gdLst/>
              <a:ahLst/>
              <a:cxnLst/>
              <a:rect l="l" t="t" r="r" b="b"/>
              <a:pathLst>
                <a:path w="9367" h="22894" extrusionOk="0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2">
              <a:extLst>
                <a:ext uri="{FF2B5EF4-FFF2-40B4-BE49-F238E27FC236}">
                  <a16:creationId xmlns:a16="http://schemas.microsoft.com/office/drawing/2014/main" id="{5076C8D6-C549-1C64-F499-0E1798875CD5}"/>
                </a:ext>
              </a:extLst>
            </p:cNvPr>
            <p:cNvSpPr/>
            <p:nvPr/>
          </p:nvSpPr>
          <p:spPr>
            <a:xfrm rot="2576386">
              <a:off x="6773597" y="4315172"/>
              <a:ext cx="61090" cy="60973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2">
              <a:extLst>
                <a:ext uri="{FF2B5EF4-FFF2-40B4-BE49-F238E27FC236}">
                  <a16:creationId xmlns:a16="http://schemas.microsoft.com/office/drawing/2014/main" id="{279AB2BC-30A9-FF8F-BE02-B7A4E10E45C0}"/>
                </a:ext>
              </a:extLst>
            </p:cNvPr>
            <p:cNvSpPr/>
            <p:nvPr/>
          </p:nvSpPr>
          <p:spPr>
            <a:xfrm flipH="1">
              <a:off x="7555726" y="4571946"/>
              <a:ext cx="91631" cy="91752"/>
            </a:xfrm>
            <a:custGeom>
              <a:avLst/>
              <a:gdLst/>
              <a:ahLst/>
              <a:cxnLst/>
              <a:rect l="l" t="t" r="r" b="b"/>
              <a:pathLst>
                <a:path w="1566" h="1568" extrusionOk="0">
                  <a:moveTo>
                    <a:pt x="783" y="1"/>
                  </a:moveTo>
                  <a:cubicBezTo>
                    <a:pt x="351" y="1"/>
                    <a:pt x="1" y="352"/>
                    <a:pt x="1" y="783"/>
                  </a:cubicBezTo>
                  <a:cubicBezTo>
                    <a:pt x="1" y="1216"/>
                    <a:pt x="351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2">
              <a:extLst>
                <a:ext uri="{FF2B5EF4-FFF2-40B4-BE49-F238E27FC236}">
                  <a16:creationId xmlns:a16="http://schemas.microsoft.com/office/drawing/2014/main" id="{D7B64C59-5B04-1DBB-6ED3-70DC838ACB9B}"/>
                </a:ext>
              </a:extLst>
            </p:cNvPr>
            <p:cNvSpPr/>
            <p:nvPr/>
          </p:nvSpPr>
          <p:spPr>
            <a:xfrm flipH="1">
              <a:off x="7467491" y="4483823"/>
              <a:ext cx="267987" cy="267999"/>
            </a:xfrm>
            <a:custGeom>
              <a:avLst/>
              <a:gdLst/>
              <a:ahLst/>
              <a:cxnLst/>
              <a:rect l="l" t="t" r="r" b="b"/>
              <a:pathLst>
                <a:path w="4580" h="4580" extrusionOk="0">
                  <a:moveTo>
                    <a:pt x="2289" y="154"/>
                  </a:moveTo>
                  <a:cubicBezTo>
                    <a:pt x="3467" y="154"/>
                    <a:pt x="4426" y="1112"/>
                    <a:pt x="4426" y="2289"/>
                  </a:cubicBezTo>
                  <a:cubicBezTo>
                    <a:pt x="4426" y="3468"/>
                    <a:pt x="3467" y="4426"/>
                    <a:pt x="2289" y="4426"/>
                  </a:cubicBezTo>
                  <a:cubicBezTo>
                    <a:pt x="1112" y="4426"/>
                    <a:pt x="154" y="3468"/>
                    <a:pt x="154" y="2289"/>
                  </a:cubicBezTo>
                  <a:cubicBezTo>
                    <a:pt x="154" y="1112"/>
                    <a:pt x="1112" y="154"/>
                    <a:pt x="2289" y="154"/>
                  </a:cubicBezTo>
                  <a:close/>
                  <a:moveTo>
                    <a:pt x="2289" y="1"/>
                  </a:moveTo>
                  <a:cubicBezTo>
                    <a:pt x="1027" y="1"/>
                    <a:pt x="1" y="1028"/>
                    <a:pt x="1" y="2289"/>
                  </a:cubicBezTo>
                  <a:cubicBezTo>
                    <a:pt x="1" y="3552"/>
                    <a:pt x="1027" y="4579"/>
                    <a:pt x="2289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2">
              <a:extLst>
                <a:ext uri="{FF2B5EF4-FFF2-40B4-BE49-F238E27FC236}">
                  <a16:creationId xmlns:a16="http://schemas.microsoft.com/office/drawing/2014/main" id="{70F364CB-32B3-EE2C-973F-A89982262669}"/>
                </a:ext>
              </a:extLst>
            </p:cNvPr>
            <p:cNvSpPr/>
            <p:nvPr/>
          </p:nvSpPr>
          <p:spPr>
            <a:xfrm rot="2576386">
              <a:off x="6188745" y="4762327"/>
              <a:ext cx="91635" cy="91694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2">
              <a:extLst>
                <a:ext uri="{FF2B5EF4-FFF2-40B4-BE49-F238E27FC236}">
                  <a16:creationId xmlns:a16="http://schemas.microsoft.com/office/drawing/2014/main" id="{C63CC791-8C77-8383-932D-3F3465A0737A}"/>
                </a:ext>
              </a:extLst>
            </p:cNvPr>
            <p:cNvSpPr/>
            <p:nvPr/>
          </p:nvSpPr>
          <p:spPr>
            <a:xfrm rot="2576386">
              <a:off x="6100556" y="4674205"/>
              <a:ext cx="268001" cy="26794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2">
              <a:extLst>
                <a:ext uri="{FF2B5EF4-FFF2-40B4-BE49-F238E27FC236}">
                  <a16:creationId xmlns:a16="http://schemas.microsoft.com/office/drawing/2014/main" id="{166D3E13-87D1-AC5B-02A0-FD6EBDABA1BC}"/>
                </a:ext>
              </a:extLst>
            </p:cNvPr>
            <p:cNvSpPr/>
            <p:nvPr/>
          </p:nvSpPr>
          <p:spPr>
            <a:xfrm flipH="1">
              <a:off x="7465557" y="4179196"/>
              <a:ext cx="138558" cy="138446"/>
            </a:xfrm>
            <a:custGeom>
              <a:avLst/>
              <a:gdLst/>
              <a:ahLst/>
              <a:cxnLst/>
              <a:rect l="l" t="t" r="r" b="b"/>
              <a:pathLst>
                <a:path w="2368" h="2366" extrusionOk="0">
                  <a:moveTo>
                    <a:pt x="1184" y="154"/>
                  </a:moveTo>
                  <a:cubicBezTo>
                    <a:pt x="1751" y="154"/>
                    <a:pt x="2214" y="615"/>
                    <a:pt x="2214" y="1182"/>
                  </a:cubicBezTo>
                  <a:cubicBezTo>
                    <a:pt x="2214" y="1750"/>
                    <a:pt x="1751" y="2212"/>
                    <a:pt x="1184" y="2212"/>
                  </a:cubicBezTo>
                  <a:cubicBezTo>
                    <a:pt x="617" y="2212"/>
                    <a:pt x="154" y="1750"/>
                    <a:pt x="154" y="1182"/>
                  </a:cubicBezTo>
                  <a:cubicBezTo>
                    <a:pt x="154" y="615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0"/>
                    <a:pt x="1" y="1182"/>
                  </a:cubicBezTo>
                  <a:cubicBezTo>
                    <a:pt x="1" y="1835"/>
                    <a:pt x="531" y="2366"/>
                    <a:pt x="1184" y="2366"/>
                  </a:cubicBezTo>
                  <a:cubicBezTo>
                    <a:pt x="1837" y="2366"/>
                    <a:pt x="2367" y="1835"/>
                    <a:pt x="2367" y="1182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35223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3BD31CE0-8EEB-ECDA-7443-9F8768148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2FE6340C-964F-B82B-998C-4AB1BE7768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Logic Analyzers on the Cheap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3F2A6662-273A-F60F-06E6-CEF6B51E0EAE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D77DADAF-FF94-0439-6AED-371E094800A3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D2742E34-7C86-14D9-9821-7F2982AE5EBB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30DA667E-40B4-37A7-BAF1-3350D6BB49AE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B6544E57-6FAF-C16A-CDD2-FE626AFF4D57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 err="1"/>
              <a:t>Saleae</a:t>
            </a:r>
            <a:r>
              <a:rPr lang="en-US" dirty="0"/>
              <a:t> logic analyzers cost between $500-$1500</a:t>
            </a:r>
          </a:p>
          <a:p>
            <a:endParaRPr lang="en-US" dirty="0"/>
          </a:p>
          <a:p>
            <a:r>
              <a:rPr lang="en-US" dirty="0"/>
              <a:t>Some models have oscilloscope channels as well</a:t>
            </a:r>
          </a:p>
          <a:p>
            <a:endParaRPr lang="en-US" dirty="0"/>
          </a:p>
          <a:p>
            <a:r>
              <a:rPr lang="en-US" dirty="0"/>
              <a:t>Very good ‘cheap’ units</a:t>
            </a:r>
          </a:p>
          <a:p>
            <a:endParaRPr lang="en-US" dirty="0"/>
          </a:p>
          <a:p>
            <a:r>
              <a:rPr lang="en-US" dirty="0"/>
              <a:t>Software is very good</a:t>
            </a:r>
          </a:p>
          <a:p>
            <a:endParaRPr lang="en-US" dirty="0"/>
          </a:p>
          <a:p>
            <a:r>
              <a:rPr lang="en-US" dirty="0"/>
              <a:t>Very often older models are cloned </a:t>
            </a:r>
          </a:p>
        </p:txBody>
      </p:sp>
      <p:pic>
        <p:nvPicPr>
          <p:cNvPr id="14340" name="Picture 4" descr="#color_black">
            <a:extLst>
              <a:ext uri="{FF2B5EF4-FFF2-40B4-BE49-F238E27FC236}">
                <a16:creationId xmlns:a16="http://schemas.microsoft.com/office/drawing/2014/main" id="{4752941E-9DC2-5E54-1C75-C0084410D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588" y="1307138"/>
            <a:ext cx="3172312" cy="317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139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4FB748D7-0FA8-1E68-3327-F684749F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ED2B3CC0-7F40-19E6-09D1-CFE8A7486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Logic Analyzers on the Cheap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5C31EFE3-0A86-8811-4DCB-2C82D2B4C811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B3AB0AD0-F1F4-E8D8-B398-89F1AB038D97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ED0AFCEB-CDCD-D40F-3212-386A63528F84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5EF618C3-3D64-7D8C-4640-83045D3C5ACE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EAA1AF9B-8719-0906-DDE1-0038FF8FA63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 err="1"/>
              <a:t>DreamSourceLab</a:t>
            </a:r>
            <a:r>
              <a:rPr lang="en-US" dirty="0"/>
              <a:t> has models from $150-$400</a:t>
            </a:r>
          </a:p>
          <a:p>
            <a:endParaRPr lang="en-US" dirty="0"/>
          </a:p>
          <a:p>
            <a:r>
              <a:rPr lang="en-US" dirty="0"/>
              <a:t>Software is a closed source spin of </a:t>
            </a:r>
            <a:r>
              <a:rPr lang="en-US" dirty="0" err="1"/>
              <a:t>PulseView</a:t>
            </a:r>
            <a:r>
              <a:rPr lang="en-US" dirty="0"/>
              <a:t> (more or less)</a:t>
            </a:r>
          </a:p>
          <a:p>
            <a:endParaRPr lang="en-US" dirty="0"/>
          </a:p>
          <a:p>
            <a:r>
              <a:rPr lang="en-US" dirty="0"/>
              <a:t>A very good value for hobbyists who want something professional</a:t>
            </a:r>
          </a:p>
        </p:txBody>
      </p:sp>
      <p:pic>
        <p:nvPicPr>
          <p:cNvPr id="15362" name="Picture 2" descr="DSLogic U3Pro32">
            <a:extLst>
              <a:ext uri="{FF2B5EF4-FFF2-40B4-BE49-F238E27FC236}">
                <a16:creationId xmlns:a16="http://schemas.microsoft.com/office/drawing/2014/main" id="{AC154BFF-3276-4141-1C77-ED93C57BA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671" y="1445287"/>
            <a:ext cx="2657329" cy="292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619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85216F73-A94D-1BCC-3FD7-72844BEDC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7D093EFF-F620-A209-A5D5-E30798770B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Logic Analyzers on the Cheap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BFEF924F-CC5C-BFBE-476B-E325C8E44CD7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CA7762AC-5029-FCB1-E478-0DA30B07496C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03068EE9-A977-3804-181B-8367BB0F6C1C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9F20CED7-0553-8D21-4D25-D8905072CC2B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74993855-A909-D953-92F0-90AB89726897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 err="1"/>
              <a:t>Digilent</a:t>
            </a:r>
            <a:r>
              <a:rPr lang="en-US" dirty="0"/>
              <a:t> Analog Discovery is about $380</a:t>
            </a:r>
          </a:p>
          <a:p>
            <a:endParaRPr lang="en-US" dirty="0"/>
          </a:p>
          <a:p>
            <a:r>
              <a:rPr lang="en-US" dirty="0"/>
              <a:t>Bonus with this unit is that it has a couple of oscilloscope channels as well</a:t>
            </a:r>
          </a:p>
          <a:p>
            <a:endParaRPr lang="en-US" dirty="0"/>
          </a:p>
          <a:p>
            <a:r>
              <a:rPr lang="en-US" dirty="0"/>
              <a:t>Software works pretty well</a:t>
            </a:r>
          </a:p>
        </p:txBody>
      </p:sp>
      <p:pic>
        <p:nvPicPr>
          <p:cNvPr id="27650" name="Picture 2" descr="Product image of the Analog Discovery 3, displayed at an angle.">
            <a:extLst>
              <a:ext uri="{FF2B5EF4-FFF2-40B4-BE49-F238E27FC236}">
                <a16:creationId xmlns:a16="http://schemas.microsoft.com/office/drawing/2014/main" id="{B4FEDAE2-2264-3090-F033-8719868F0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960" y="1667359"/>
            <a:ext cx="3568643" cy="281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34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EBA0DB24-0925-1E93-D14C-D4D4ECF1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D301B893-EA06-BD82-3E53-07309567F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Logic Analyzers on the Cheap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33A2011F-396E-0107-280F-B09273155ED7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E024D300-3738-4D63-58C0-5BF496790B5E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ACD8F757-CA7D-79A5-B7B1-32FB9E25D617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AAD3B1A1-5C6D-4EB6-0BB6-FA92A95E32CD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E03CA508-C7E0-9A6B-A38E-A676727F9CF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/>
              <a:t>Chinese clones are $3-8 bucks depending on tariffs</a:t>
            </a:r>
          </a:p>
          <a:p>
            <a:endParaRPr lang="en-US" dirty="0"/>
          </a:p>
          <a:p>
            <a:r>
              <a:rPr lang="en-US" dirty="0"/>
              <a:t>Most clone </a:t>
            </a:r>
            <a:r>
              <a:rPr lang="en-US" dirty="0" err="1"/>
              <a:t>Saleae</a:t>
            </a:r>
            <a:r>
              <a:rPr lang="en-US" dirty="0"/>
              <a:t> Logic 8 analyzers and will work with </a:t>
            </a:r>
            <a:r>
              <a:rPr lang="en-US" dirty="0" err="1"/>
              <a:t>Saleae</a:t>
            </a:r>
            <a:r>
              <a:rPr lang="en-US" dirty="0"/>
              <a:t> software</a:t>
            </a:r>
          </a:p>
          <a:p>
            <a:endParaRPr lang="en-US" dirty="0"/>
          </a:p>
          <a:p>
            <a:r>
              <a:rPr lang="en-US" dirty="0"/>
              <a:t>Pretty reasonable for a pocket logic analyzer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CC86C-6674-56C5-9DF4-9066A6A52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912" y="1203213"/>
            <a:ext cx="3105068" cy="351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2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7">
          <a:extLst>
            <a:ext uri="{FF2B5EF4-FFF2-40B4-BE49-F238E27FC236}">
              <a16:creationId xmlns:a16="http://schemas.microsoft.com/office/drawing/2014/main" id="{07F19729-2475-8DAA-C46E-5AA0D946C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52">
            <a:extLst>
              <a:ext uri="{FF2B5EF4-FFF2-40B4-BE49-F238E27FC236}">
                <a16:creationId xmlns:a16="http://schemas.microsoft.com/office/drawing/2014/main" id="{7BCF4674-0D20-810D-24A4-25C14A9E56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7083" y="2103118"/>
            <a:ext cx="3559500" cy="6694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SETTING UP</a:t>
            </a:r>
            <a:endParaRPr dirty="0"/>
          </a:p>
        </p:txBody>
      </p:sp>
      <p:sp>
        <p:nvSpPr>
          <p:cNvPr id="2249" name="Google Shape;2249;p52">
            <a:extLst>
              <a:ext uri="{FF2B5EF4-FFF2-40B4-BE49-F238E27FC236}">
                <a16:creationId xmlns:a16="http://schemas.microsoft.com/office/drawing/2014/main" id="{590F562F-FECC-6CA3-682A-73F59CF0594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92250" y="998675"/>
            <a:ext cx="1249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251" name="Google Shape;2251;p52">
            <a:extLst>
              <a:ext uri="{FF2B5EF4-FFF2-40B4-BE49-F238E27FC236}">
                <a16:creationId xmlns:a16="http://schemas.microsoft.com/office/drawing/2014/main" id="{645EE15F-BD6D-AE1B-220B-054B3C6413CE}"/>
              </a:ext>
            </a:extLst>
          </p:cNvPr>
          <p:cNvGrpSpPr/>
          <p:nvPr/>
        </p:nvGrpSpPr>
        <p:grpSpPr>
          <a:xfrm>
            <a:off x="724831" y="-43622"/>
            <a:ext cx="2207482" cy="1748498"/>
            <a:chOff x="724831" y="-43622"/>
            <a:chExt cx="2207482" cy="1748498"/>
          </a:xfrm>
        </p:grpSpPr>
        <p:sp>
          <p:nvSpPr>
            <p:cNvPr id="2252" name="Google Shape;2252;p52">
              <a:extLst>
                <a:ext uri="{FF2B5EF4-FFF2-40B4-BE49-F238E27FC236}">
                  <a16:creationId xmlns:a16="http://schemas.microsoft.com/office/drawing/2014/main" id="{1DE50172-5C74-54E7-473A-7D10261DBA63}"/>
                </a:ext>
              </a:extLst>
            </p:cNvPr>
            <p:cNvSpPr/>
            <p:nvPr/>
          </p:nvSpPr>
          <p:spPr>
            <a:xfrm rot="5400000">
              <a:off x="2033374" y="-162906"/>
              <a:ext cx="765077" cy="1032799"/>
            </a:xfrm>
            <a:custGeom>
              <a:avLst/>
              <a:gdLst/>
              <a:ahLst/>
              <a:cxnLst/>
              <a:rect l="l" t="t" r="r" b="b"/>
              <a:pathLst>
                <a:path w="15326" h="20689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52">
              <a:extLst>
                <a:ext uri="{FF2B5EF4-FFF2-40B4-BE49-F238E27FC236}">
                  <a16:creationId xmlns:a16="http://schemas.microsoft.com/office/drawing/2014/main" id="{6068BF8D-DFC6-4CDA-EF73-ACC8BDC6C343}"/>
                </a:ext>
              </a:extLst>
            </p:cNvPr>
            <p:cNvSpPr/>
            <p:nvPr/>
          </p:nvSpPr>
          <p:spPr>
            <a:xfrm rot="5400000">
              <a:off x="1668247" y="-80837"/>
              <a:ext cx="817044" cy="920628"/>
            </a:xfrm>
            <a:custGeom>
              <a:avLst/>
              <a:gdLst/>
              <a:ahLst/>
              <a:cxnLst/>
              <a:rect l="l" t="t" r="r" b="b"/>
              <a:pathLst>
                <a:path w="16367" h="18442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52">
              <a:extLst>
                <a:ext uri="{FF2B5EF4-FFF2-40B4-BE49-F238E27FC236}">
                  <a16:creationId xmlns:a16="http://schemas.microsoft.com/office/drawing/2014/main" id="{38391DC6-7FE5-0B1B-4229-2B996582383D}"/>
                </a:ext>
              </a:extLst>
            </p:cNvPr>
            <p:cNvSpPr/>
            <p:nvPr/>
          </p:nvSpPr>
          <p:spPr>
            <a:xfrm rot="5400000">
              <a:off x="1355217" y="95955"/>
              <a:ext cx="1128496" cy="873703"/>
            </a:xfrm>
            <a:custGeom>
              <a:avLst/>
              <a:gdLst/>
              <a:ahLst/>
              <a:cxnLst/>
              <a:rect l="l" t="t" r="r" b="b"/>
              <a:pathLst>
                <a:path w="22606" h="17502" extrusionOk="0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2">
              <a:extLst>
                <a:ext uri="{FF2B5EF4-FFF2-40B4-BE49-F238E27FC236}">
                  <a16:creationId xmlns:a16="http://schemas.microsoft.com/office/drawing/2014/main" id="{C45FC18E-EB18-7688-43E7-1B6E8C5F0A24}"/>
                </a:ext>
              </a:extLst>
            </p:cNvPr>
            <p:cNvSpPr/>
            <p:nvPr/>
          </p:nvSpPr>
          <p:spPr>
            <a:xfrm rot="5400000">
              <a:off x="695419" y="453659"/>
              <a:ext cx="1143772" cy="214008"/>
            </a:xfrm>
            <a:custGeom>
              <a:avLst/>
              <a:gdLst/>
              <a:ahLst/>
              <a:cxnLst/>
              <a:rect l="l" t="t" r="r" b="b"/>
              <a:pathLst>
                <a:path w="22912" h="4287" extrusionOk="0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2">
              <a:extLst>
                <a:ext uri="{FF2B5EF4-FFF2-40B4-BE49-F238E27FC236}">
                  <a16:creationId xmlns:a16="http://schemas.microsoft.com/office/drawing/2014/main" id="{49AD0B9A-2A4A-29F7-39A6-67D2DACE9BBD}"/>
                </a:ext>
              </a:extLst>
            </p:cNvPr>
            <p:cNvSpPr/>
            <p:nvPr/>
          </p:nvSpPr>
          <p:spPr>
            <a:xfrm rot="5400000">
              <a:off x="171099" y="727920"/>
              <a:ext cx="1667734" cy="124651"/>
            </a:xfrm>
            <a:custGeom>
              <a:avLst/>
              <a:gdLst/>
              <a:ahLst/>
              <a:cxnLst/>
              <a:rect l="l" t="t" r="r" b="b"/>
              <a:pathLst>
                <a:path w="33408" h="2497" extrusionOk="0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2">
              <a:extLst>
                <a:ext uri="{FF2B5EF4-FFF2-40B4-BE49-F238E27FC236}">
                  <a16:creationId xmlns:a16="http://schemas.microsoft.com/office/drawing/2014/main" id="{34D24897-029D-865A-97F2-6FC73567580B}"/>
                </a:ext>
              </a:extLst>
            </p:cNvPr>
            <p:cNvSpPr/>
            <p:nvPr/>
          </p:nvSpPr>
          <p:spPr>
            <a:xfrm rot="5400000">
              <a:off x="1794451" y="760564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2">
              <a:extLst>
                <a:ext uri="{FF2B5EF4-FFF2-40B4-BE49-F238E27FC236}">
                  <a16:creationId xmlns:a16="http://schemas.microsoft.com/office/drawing/2014/main" id="{0FC7EB4D-37E1-82E1-8414-EDBE1205AB70}"/>
                </a:ext>
              </a:extLst>
            </p:cNvPr>
            <p:cNvSpPr/>
            <p:nvPr/>
          </p:nvSpPr>
          <p:spPr>
            <a:xfrm rot="5400000">
              <a:off x="1878968" y="676047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52">
              <a:extLst>
                <a:ext uri="{FF2B5EF4-FFF2-40B4-BE49-F238E27FC236}">
                  <a16:creationId xmlns:a16="http://schemas.microsoft.com/office/drawing/2014/main" id="{2182143C-63ED-E71E-C2BB-A2CE5F91BAFC}"/>
                </a:ext>
              </a:extLst>
            </p:cNvPr>
            <p:cNvSpPr/>
            <p:nvPr/>
          </p:nvSpPr>
          <p:spPr>
            <a:xfrm rot="5400000">
              <a:off x="1965857" y="589208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52">
              <a:extLst>
                <a:ext uri="{FF2B5EF4-FFF2-40B4-BE49-F238E27FC236}">
                  <a16:creationId xmlns:a16="http://schemas.microsoft.com/office/drawing/2014/main" id="{CCFFDB2A-5A83-5B8F-310D-2EA216A33874}"/>
                </a:ext>
              </a:extLst>
            </p:cNvPr>
            <p:cNvSpPr/>
            <p:nvPr/>
          </p:nvSpPr>
          <p:spPr>
            <a:xfrm rot="5400000">
              <a:off x="724831" y="674899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52">
              <a:extLst>
                <a:ext uri="{FF2B5EF4-FFF2-40B4-BE49-F238E27FC236}">
                  <a16:creationId xmlns:a16="http://schemas.microsoft.com/office/drawing/2014/main" id="{6BB09330-3D36-15BC-7DF3-9A9344D5EBD5}"/>
                </a:ext>
              </a:extLst>
            </p:cNvPr>
            <p:cNvSpPr/>
            <p:nvPr/>
          </p:nvSpPr>
          <p:spPr>
            <a:xfrm rot="5400000">
              <a:off x="809373" y="590407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52">
              <a:extLst>
                <a:ext uri="{FF2B5EF4-FFF2-40B4-BE49-F238E27FC236}">
                  <a16:creationId xmlns:a16="http://schemas.microsoft.com/office/drawing/2014/main" id="{5BCDD05A-0848-9112-EAEF-8892E2FECC2C}"/>
                </a:ext>
              </a:extLst>
            </p:cNvPr>
            <p:cNvSpPr/>
            <p:nvPr/>
          </p:nvSpPr>
          <p:spPr>
            <a:xfrm rot="5400000">
              <a:off x="896162" y="503568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52">
              <a:extLst>
                <a:ext uri="{FF2B5EF4-FFF2-40B4-BE49-F238E27FC236}">
                  <a16:creationId xmlns:a16="http://schemas.microsoft.com/office/drawing/2014/main" id="{8E630122-3579-37D5-A807-A744B307A7DC}"/>
                </a:ext>
              </a:extLst>
            </p:cNvPr>
            <p:cNvSpPr/>
            <p:nvPr/>
          </p:nvSpPr>
          <p:spPr>
            <a:xfrm rot="5400000">
              <a:off x="1128922" y="974553"/>
              <a:ext cx="78225" cy="78275"/>
            </a:xfrm>
            <a:custGeom>
              <a:avLst/>
              <a:gdLst/>
              <a:ahLst/>
              <a:cxnLst/>
              <a:rect l="l" t="t" r="r" b="b"/>
              <a:pathLst>
                <a:path w="1567" h="1568" extrusionOk="0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52">
              <a:extLst>
                <a:ext uri="{FF2B5EF4-FFF2-40B4-BE49-F238E27FC236}">
                  <a16:creationId xmlns:a16="http://schemas.microsoft.com/office/drawing/2014/main" id="{757A71EE-EE78-A4E1-05ED-EE1C001E6178}"/>
                </a:ext>
              </a:extLst>
            </p:cNvPr>
            <p:cNvSpPr/>
            <p:nvPr/>
          </p:nvSpPr>
          <p:spPr>
            <a:xfrm rot="5400000">
              <a:off x="1053744" y="899371"/>
              <a:ext cx="228585" cy="228635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2">
              <a:extLst>
                <a:ext uri="{FF2B5EF4-FFF2-40B4-BE49-F238E27FC236}">
                  <a16:creationId xmlns:a16="http://schemas.microsoft.com/office/drawing/2014/main" id="{50AC0FF6-7B08-4383-B2D8-36430A058211}"/>
                </a:ext>
              </a:extLst>
            </p:cNvPr>
            <p:cNvSpPr/>
            <p:nvPr/>
          </p:nvSpPr>
          <p:spPr>
            <a:xfrm rot="5400000">
              <a:off x="1857628" y="409291"/>
              <a:ext cx="123602" cy="123552"/>
            </a:xfrm>
            <a:custGeom>
              <a:avLst/>
              <a:gdLst/>
              <a:ahLst/>
              <a:cxnLst/>
              <a:rect l="l" t="t" r="r" b="b"/>
              <a:pathLst>
                <a:path w="2476" h="2475" extrusionOk="0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52">
              <a:extLst>
                <a:ext uri="{FF2B5EF4-FFF2-40B4-BE49-F238E27FC236}">
                  <a16:creationId xmlns:a16="http://schemas.microsoft.com/office/drawing/2014/main" id="{D11A2E1E-F9CA-A46A-D6B8-FC15F78124FA}"/>
                </a:ext>
              </a:extLst>
            </p:cNvPr>
            <p:cNvSpPr/>
            <p:nvPr/>
          </p:nvSpPr>
          <p:spPr>
            <a:xfrm rot="5400000">
              <a:off x="1893395" y="445010"/>
              <a:ext cx="52117" cy="52117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52">
              <a:extLst>
                <a:ext uri="{FF2B5EF4-FFF2-40B4-BE49-F238E27FC236}">
                  <a16:creationId xmlns:a16="http://schemas.microsoft.com/office/drawing/2014/main" id="{0EF59E3E-763C-7A28-F425-2BCB92F10D3D}"/>
                </a:ext>
              </a:extLst>
            </p:cNvPr>
            <p:cNvSpPr/>
            <p:nvPr/>
          </p:nvSpPr>
          <p:spPr>
            <a:xfrm rot="5400000">
              <a:off x="1562392" y="718455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2">
              <a:extLst>
                <a:ext uri="{FF2B5EF4-FFF2-40B4-BE49-F238E27FC236}">
                  <a16:creationId xmlns:a16="http://schemas.microsoft.com/office/drawing/2014/main" id="{5913BF5F-1EF2-A361-DE01-B8712EC52688}"/>
                </a:ext>
              </a:extLst>
            </p:cNvPr>
            <p:cNvSpPr/>
            <p:nvPr/>
          </p:nvSpPr>
          <p:spPr>
            <a:xfrm rot="5400000">
              <a:off x="1598159" y="754274"/>
              <a:ext cx="52017" cy="52017"/>
            </a:xfrm>
            <a:custGeom>
              <a:avLst/>
              <a:gdLst/>
              <a:ahLst/>
              <a:cxnLst/>
              <a:rect l="l" t="t" r="r" b="b"/>
              <a:pathLst>
                <a:path w="1042" h="1042" extrusionOk="0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2">
              <a:extLst>
                <a:ext uri="{FF2B5EF4-FFF2-40B4-BE49-F238E27FC236}">
                  <a16:creationId xmlns:a16="http://schemas.microsoft.com/office/drawing/2014/main" id="{F6E20A64-0992-6919-554B-74E5F44DFA3A}"/>
                </a:ext>
              </a:extLst>
            </p:cNvPr>
            <p:cNvSpPr/>
            <p:nvPr/>
          </p:nvSpPr>
          <p:spPr>
            <a:xfrm rot="5400000">
              <a:off x="1490979" y="1041722"/>
              <a:ext cx="123552" cy="123552"/>
            </a:xfrm>
            <a:custGeom>
              <a:avLst/>
              <a:gdLst/>
              <a:ahLst/>
              <a:cxnLst/>
              <a:rect l="l" t="t" r="r" b="b"/>
              <a:pathLst>
                <a:path w="2475" h="2475" extrusionOk="0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2">
              <a:extLst>
                <a:ext uri="{FF2B5EF4-FFF2-40B4-BE49-F238E27FC236}">
                  <a16:creationId xmlns:a16="http://schemas.microsoft.com/office/drawing/2014/main" id="{F556E77C-9EEF-E9C2-CB3A-0015ACA87498}"/>
                </a:ext>
              </a:extLst>
            </p:cNvPr>
            <p:cNvSpPr/>
            <p:nvPr/>
          </p:nvSpPr>
          <p:spPr>
            <a:xfrm rot="5400000">
              <a:off x="1526721" y="1077466"/>
              <a:ext cx="52067" cy="52067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2">
              <a:extLst>
                <a:ext uri="{FF2B5EF4-FFF2-40B4-BE49-F238E27FC236}">
                  <a16:creationId xmlns:a16="http://schemas.microsoft.com/office/drawing/2014/main" id="{29F33BCD-9A17-E3E7-63DE-5BE9AEECA1E3}"/>
                </a:ext>
              </a:extLst>
            </p:cNvPr>
            <p:cNvSpPr/>
            <p:nvPr/>
          </p:nvSpPr>
          <p:spPr>
            <a:xfrm rot="5400000">
              <a:off x="1251680" y="1103450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52">
              <a:extLst>
                <a:ext uri="{FF2B5EF4-FFF2-40B4-BE49-F238E27FC236}">
                  <a16:creationId xmlns:a16="http://schemas.microsoft.com/office/drawing/2014/main" id="{1F7ED910-6851-EC8E-E62A-F5CDB3B57A6F}"/>
                </a:ext>
              </a:extLst>
            </p:cNvPr>
            <p:cNvSpPr/>
            <p:nvPr/>
          </p:nvSpPr>
          <p:spPr>
            <a:xfrm rot="5400000">
              <a:off x="1287422" y="1139244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2">
              <a:extLst>
                <a:ext uri="{FF2B5EF4-FFF2-40B4-BE49-F238E27FC236}">
                  <a16:creationId xmlns:a16="http://schemas.microsoft.com/office/drawing/2014/main" id="{13EA811D-2AD4-81DF-F5A3-DA596824E9E4}"/>
                </a:ext>
              </a:extLst>
            </p:cNvPr>
            <p:cNvSpPr/>
            <p:nvPr/>
          </p:nvSpPr>
          <p:spPr>
            <a:xfrm rot="5400000">
              <a:off x="995757" y="1581224"/>
              <a:ext cx="123652" cy="123652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2">
              <a:extLst>
                <a:ext uri="{FF2B5EF4-FFF2-40B4-BE49-F238E27FC236}">
                  <a16:creationId xmlns:a16="http://schemas.microsoft.com/office/drawing/2014/main" id="{A9D90188-A796-4B6A-6EF6-667014C1DD6E}"/>
                </a:ext>
              </a:extLst>
            </p:cNvPr>
            <p:cNvSpPr/>
            <p:nvPr/>
          </p:nvSpPr>
          <p:spPr>
            <a:xfrm rot="5400000">
              <a:off x="1031524" y="1617043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5" name="Google Shape;2275;p52">
            <a:extLst>
              <a:ext uri="{FF2B5EF4-FFF2-40B4-BE49-F238E27FC236}">
                <a16:creationId xmlns:a16="http://schemas.microsoft.com/office/drawing/2014/main" id="{FE627E0A-29D9-387F-28CF-0F1FD16A73D2}"/>
              </a:ext>
            </a:extLst>
          </p:cNvPr>
          <p:cNvGrpSpPr/>
          <p:nvPr/>
        </p:nvGrpSpPr>
        <p:grpSpPr>
          <a:xfrm>
            <a:off x="5859613" y="3894874"/>
            <a:ext cx="3186812" cy="1676249"/>
            <a:chOff x="5859613" y="3894874"/>
            <a:chExt cx="3186812" cy="1676249"/>
          </a:xfrm>
        </p:grpSpPr>
        <p:sp>
          <p:nvSpPr>
            <p:cNvPr id="2276" name="Google Shape;2276;p52">
              <a:extLst>
                <a:ext uri="{FF2B5EF4-FFF2-40B4-BE49-F238E27FC236}">
                  <a16:creationId xmlns:a16="http://schemas.microsoft.com/office/drawing/2014/main" id="{628B24CB-012A-2B19-9ABB-EF98F91605E7}"/>
                </a:ext>
              </a:extLst>
            </p:cNvPr>
            <p:cNvSpPr/>
            <p:nvPr/>
          </p:nvSpPr>
          <p:spPr>
            <a:xfrm flipH="1">
              <a:off x="7113983" y="4081301"/>
              <a:ext cx="1610732" cy="1106051"/>
            </a:xfrm>
            <a:custGeom>
              <a:avLst/>
              <a:gdLst/>
              <a:ahLst/>
              <a:cxnLst/>
              <a:rect l="l" t="t" r="r" b="b"/>
              <a:pathLst>
                <a:path w="27528" h="18902" extrusionOk="0">
                  <a:moveTo>
                    <a:pt x="26291" y="0"/>
                  </a:moveTo>
                  <a:cubicBezTo>
                    <a:pt x="25607" y="0"/>
                    <a:pt x="25053" y="555"/>
                    <a:pt x="25053" y="1238"/>
                  </a:cubicBezTo>
                  <a:cubicBezTo>
                    <a:pt x="25053" y="1496"/>
                    <a:pt x="25132" y="1735"/>
                    <a:pt x="25267" y="1932"/>
                  </a:cubicBezTo>
                  <a:lnTo>
                    <a:pt x="24630" y="2568"/>
                  </a:lnTo>
                  <a:lnTo>
                    <a:pt x="13951" y="2568"/>
                  </a:lnTo>
                  <a:cubicBezTo>
                    <a:pt x="13910" y="2568"/>
                    <a:pt x="13871" y="2585"/>
                    <a:pt x="13842" y="2614"/>
                  </a:cubicBezTo>
                  <a:lnTo>
                    <a:pt x="11635" y="4820"/>
                  </a:lnTo>
                  <a:cubicBezTo>
                    <a:pt x="11607" y="4849"/>
                    <a:pt x="11590" y="4888"/>
                    <a:pt x="11590" y="4929"/>
                  </a:cubicBezTo>
                  <a:lnTo>
                    <a:pt x="11590" y="9278"/>
                  </a:lnTo>
                  <a:lnTo>
                    <a:pt x="8136" y="12734"/>
                  </a:lnTo>
                  <a:lnTo>
                    <a:pt x="6029" y="12734"/>
                  </a:lnTo>
                  <a:cubicBezTo>
                    <a:pt x="5988" y="12734"/>
                    <a:pt x="5949" y="12749"/>
                    <a:pt x="5921" y="12779"/>
                  </a:cubicBezTo>
                  <a:lnTo>
                    <a:pt x="61" y="18639"/>
                  </a:lnTo>
                  <a:cubicBezTo>
                    <a:pt x="0" y="18698"/>
                    <a:pt x="0" y="18796"/>
                    <a:pt x="61" y="18856"/>
                  </a:cubicBezTo>
                  <a:cubicBezTo>
                    <a:pt x="90" y="18886"/>
                    <a:pt x="129" y="18901"/>
                    <a:pt x="169" y="18901"/>
                  </a:cubicBezTo>
                  <a:cubicBezTo>
                    <a:pt x="208" y="18901"/>
                    <a:pt x="247" y="18886"/>
                    <a:pt x="278" y="18856"/>
                  </a:cubicBezTo>
                  <a:lnTo>
                    <a:pt x="6092" y="13041"/>
                  </a:lnTo>
                  <a:lnTo>
                    <a:pt x="8199" y="13041"/>
                  </a:lnTo>
                  <a:cubicBezTo>
                    <a:pt x="8240" y="13041"/>
                    <a:pt x="8279" y="13025"/>
                    <a:pt x="8307" y="12996"/>
                  </a:cubicBezTo>
                  <a:lnTo>
                    <a:pt x="11853" y="9451"/>
                  </a:lnTo>
                  <a:cubicBezTo>
                    <a:pt x="11881" y="9421"/>
                    <a:pt x="11898" y="9382"/>
                    <a:pt x="11898" y="9342"/>
                  </a:cubicBezTo>
                  <a:lnTo>
                    <a:pt x="11898" y="4993"/>
                  </a:lnTo>
                  <a:lnTo>
                    <a:pt x="14015" y="2876"/>
                  </a:lnTo>
                  <a:lnTo>
                    <a:pt x="24694" y="2876"/>
                  </a:lnTo>
                  <a:cubicBezTo>
                    <a:pt x="24735" y="2876"/>
                    <a:pt x="24774" y="2860"/>
                    <a:pt x="24802" y="2831"/>
                  </a:cubicBezTo>
                  <a:lnTo>
                    <a:pt x="25474" y="2160"/>
                  </a:lnTo>
                  <a:cubicBezTo>
                    <a:pt x="25693" y="2354"/>
                    <a:pt x="25976" y="2475"/>
                    <a:pt x="26291" y="2475"/>
                  </a:cubicBezTo>
                  <a:cubicBezTo>
                    <a:pt x="26974" y="2475"/>
                    <a:pt x="27527" y="1920"/>
                    <a:pt x="27527" y="1237"/>
                  </a:cubicBezTo>
                  <a:cubicBezTo>
                    <a:pt x="27527" y="555"/>
                    <a:pt x="26974" y="0"/>
                    <a:pt x="26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2">
              <a:extLst>
                <a:ext uri="{FF2B5EF4-FFF2-40B4-BE49-F238E27FC236}">
                  <a16:creationId xmlns:a16="http://schemas.microsoft.com/office/drawing/2014/main" id="{5DB04122-9C5B-A135-9525-0306919D8114}"/>
                </a:ext>
              </a:extLst>
            </p:cNvPr>
            <p:cNvSpPr/>
            <p:nvPr/>
          </p:nvSpPr>
          <p:spPr>
            <a:xfrm flipH="1">
              <a:off x="7155899" y="4123198"/>
              <a:ext cx="60970" cy="61031"/>
            </a:xfrm>
            <a:custGeom>
              <a:avLst/>
              <a:gdLst/>
              <a:ahLst/>
              <a:cxnLst/>
              <a:rect l="l" t="t" r="r" b="b"/>
              <a:pathLst>
                <a:path w="1042" h="1043" extrusionOk="0">
                  <a:moveTo>
                    <a:pt x="522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2">
              <a:extLst>
                <a:ext uri="{FF2B5EF4-FFF2-40B4-BE49-F238E27FC236}">
                  <a16:creationId xmlns:a16="http://schemas.microsoft.com/office/drawing/2014/main" id="{D9948476-AAF5-3785-29BB-7A670346A939}"/>
                </a:ext>
              </a:extLst>
            </p:cNvPr>
            <p:cNvSpPr/>
            <p:nvPr/>
          </p:nvSpPr>
          <p:spPr>
            <a:xfrm flipH="1">
              <a:off x="7658547" y="4332212"/>
              <a:ext cx="592088" cy="855138"/>
            </a:xfrm>
            <a:custGeom>
              <a:avLst/>
              <a:gdLst/>
              <a:ahLst/>
              <a:cxnLst/>
              <a:rect l="l" t="t" r="r" b="b"/>
              <a:pathLst>
                <a:path w="10119" h="14614" extrusionOk="0">
                  <a:moveTo>
                    <a:pt x="8882" y="0"/>
                  </a:moveTo>
                  <a:cubicBezTo>
                    <a:pt x="8198" y="0"/>
                    <a:pt x="7644" y="554"/>
                    <a:pt x="7644" y="1237"/>
                  </a:cubicBezTo>
                  <a:cubicBezTo>
                    <a:pt x="7644" y="1613"/>
                    <a:pt x="7815" y="1945"/>
                    <a:pt x="8079" y="2172"/>
                  </a:cubicBezTo>
                  <a:lnTo>
                    <a:pt x="6536" y="3716"/>
                  </a:lnTo>
                  <a:cubicBezTo>
                    <a:pt x="6507" y="3744"/>
                    <a:pt x="6491" y="3783"/>
                    <a:pt x="6491" y="3825"/>
                  </a:cubicBezTo>
                  <a:lnTo>
                    <a:pt x="6491" y="6474"/>
                  </a:lnTo>
                  <a:lnTo>
                    <a:pt x="3099" y="9864"/>
                  </a:lnTo>
                  <a:cubicBezTo>
                    <a:pt x="3071" y="9894"/>
                    <a:pt x="3055" y="9933"/>
                    <a:pt x="3055" y="9973"/>
                  </a:cubicBezTo>
                  <a:lnTo>
                    <a:pt x="3055" y="11357"/>
                  </a:lnTo>
                  <a:lnTo>
                    <a:pt x="61" y="14351"/>
                  </a:lnTo>
                  <a:cubicBezTo>
                    <a:pt x="1" y="14411"/>
                    <a:pt x="1" y="14508"/>
                    <a:pt x="61" y="14568"/>
                  </a:cubicBezTo>
                  <a:cubicBezTo>
                    <a:pt x="91" y="14598"/>
                    <a:pt x="130" y="14613"/>
                    <a:pt x="170" y="14613"/>
                  </a:cubicBezTo>
                  <a:cubicBezTo>
                    <a:pt x="209" y="14613"/>
                    <a:pt x="248" y="14598"/>
                    <a:pt x="279" y="14568"/>
                  </a:cubicBezTo>
                  <a:lnTo>
                    <a:pt x="3317" y="11530"/>
                  </a:lnTo>
                  <a:cubicBezTo>
                    <a:pt x="3345" y="11501"/>
                    <a:pt x="3362" y="11462"/>
                    <a:pt x="3362" y="11421"/>
                  </a:cubicBezTo>
                  <a:lnTo>
                    <a:pt x="3362" y="10037"/>
                  </a:lnTo>
                  <a:lnTo>
                    <a:pt x="6754" y="6646"/>
                  </a:lnTo>
                  <a:cubicBezTo>
                    <a:pt x="6782" y="6617"/>
                    <a:pt x="6799" y="6578"/>
                    <a:pt x="6799" y="6538"/>
                  </a:cubicBezTo>
                  <a:lnTo>
                    <a:pt x="6799" y="3888"/>
                  </a:lnTo>
                  <a:lnTo>
                    <a:pt x="8341" y="2346"/>
                  </a:lnTo>
                  <a:cubicBezTo>
                    <a:pt x="8504" y="2425"/>
                    <a:pt x="8686" y="2475"/>
                    <a:pt x="8882" y="2475"/>
                  </a:cubicBezTo>
                  <a:cubicBezTo>
                    <a:pt x="9565" y="2475"/>
                    <a:pt x="10118" y="1920"/>
                    <a:pt x="10118" y="1237"/>
                  </a:cubicBezTo>
                  <a:cubicBezTo>
                    <a:pt x="10118" y="554"/>
                    <a:pt x="9565" y="0"/>
                    <a:pt x="8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2">
              <a:extLst>
                <a:ext uri="{FF2B5EF4-FFF2-40B4-BE49-F238E27FC236}">
                  <a16:creationId xmlns:a16="http://schemas.microsoft.com/office/drawing/2014/main" id="{52386ADC-4395-8232-72A6-7A50C7E16A67}"/>
                </a:ext>
              </a:extLst>
            </p:cNvPr>
            <p:cNvSpPr/>
            <p:nvPr/>
          </p:nvSpPr>
          <p:spPr>
            <a:xfrm flipH="1">
              <a:off x="7700488" y="4374050"/>
              <a:ext cx="60970" cy="61090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0"/>
                  </a:moveTo>
                  <a:cubicBezTo>
                    <a:pt x="233" y="0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5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2">
              <a:extLst>
                <a:ext uri="{FF2B5EF4-FFF2-40B4-BE49-F238E27FC236}">
                  <a16:creationId xmlns:a16="http://schemas.microsoft.com/office/drawing/2014/main" id="{EFCEF076-4200-ED30-78B7-8CBF8C10E577}"/>
                </a:ext>
              </a:extLst>
            </p:cNvPr>
            <p:cNvSpPr/>
            <p:nvPr/>
          </p:nvSpPr>
          <p:spPr>
            <a:xfrm flipH="1">
              <a:off x="7352686" y="4362639"/>
              <a:ext cx="257865" cy="824710"/>
            </a:xfrm>
            <a:custGeom>
              <a:avLst/>
              <a:gdLst/>
              <a:ahLst/>
              <a:cxnLst/>
              <a:rect l="l" t="t" r="r" b="b"/>
              <a:pathLst>
                <a:path w="4407" h="14094" extrusionOk="0">
                  <a:moveTo>
                    <a:pt x="3169" y="0"/>
                  </a:moveTo>
                  <a:cubicBezTo>
                    <a:pt x="3169" y="0"/>
                    <a:pt x="3169" y="0"/>
                    <a:pt x="3170" y="0"/>
                  </a:cubicBezTo>
                  <a:lnTo>
                    <a:pt x="3170" y="0"/>
                  </a:lnTo>
                  <a:cubicBezTo>
                    <a:pt x="3170" y="0"/>
                    <a:pt x="3170" y="0"/>
                    <a:pt x="3170" y="0"/>
                  </a:cubicBezTo>
                  <a:close/>
                  <a:moveTo>
                    <a:pt x="3170" y="0"/>
                  </a:moveTo>
                  <a:cubicBezTo>
                    <a:pt x="2486" y="1"/>
                    <a:pt x="1932" y="555"/>
                    <a:pt x="1932" y="1238"/>
                  </a:cubicBezTo>
                  <a:cubicBezTo>
                    <a:pt x="1932" y="1522"/>
                    <a:pt x="2032" y="1781"/>
                    <a:pt x="2192" y="1989"/>
                  </a:cubicBezTo>
                  <a:lnTo>
                    <a:pt x="46" y="4136"/>
                  </a:lnTo>
                  <a:cubicBezTo>
                    <a:pt x="17" y="4165"/>
                    <a:pt x="1" y="4204"/>
                    <a:pt x="1" y="4244"/>
                  </a:cubicBezTo>
                  <a:lnTo>
                    <a:pt x="1" y="13940"/>
                  </a:lnTo>
                  <a:cubicBezTo>
                    <a:pt x="1" y="14023"/>
                    <a:pt x="69" y="14093"/>
                    <a:pt x="154" y="14093"/>
                  </a:cubicBezTo>
                  <a:cubicBezTo>
                    <a:pt x="239" y="14093"/>
                    <a:pt x="308" y="14023"/>
                    <a:pt x="308" y="13940"/>
                  </a:cubicBezTo>
                  <a:lnTo>
                    <a:pt x="308" y="4308"/>
                  </a:lnTo>
                  <a:lnTo>
                    <a:pt x="2409" y="2208"/>
                  </a:lnTo>
                  <a:cubicBezTo>
                    <a:pt x="2619" y="2373"/>
                    <a:pt x="2882" y="2475"/>
                    <a:pt x="3169" y="2475"/>
                  </a:cubicBezTo>
                  <a:cubicBezTo>
                    <a:pt x="3852" y="2475"/>
                    <a:pt x="4407" y="1921"/>
                    <a:pt x="4407" y="1238"/>
                  </a:cubicBezTo>
                  <a:cubicBezTo>
                    <a:pt x="4407" y="555"/>
                    <a:pt x="3854" y="1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2">
              <a:extLst>
                <a:ext uri="{FF2B5EF4-FFF2-40B4-BE49-F238E27FC236}">
                  <a16:creationId xmlns:a16="http://schemas.microsoft.com/office/drawing/2014/main" id="{5F3BD674-F366-0238-957E-3724D2474FB4}"/>
                </a:ext>
              </a:extLst>
            </p:cNvPr>
            <p:cNvSpPr/>
            <p:nvPr/>
          </p:nvSpPr>
          <p:spPr>
            <a:xfrm flipH="1">
              <a:off x="7394577" y="4404536"/>
              <a:ext cx="61029" cy="61090"/>
            </a:xfrm>
            <a:custGeom>
              <a:avLst/>
              <a:gdLst/>
              <a:ahLst/>
              <a:cxnLst/>
              <a:rect l="l" t="t" r="r" b="b"/>
              <a:pathLst>
                <a:path w="1043" h="1044" extrusionOk="0">
                  <a:moveTo>
                    <a:pt x="522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2">
              <a:extLst>
                <a:ext uri="{FF2B5EF4-FFF2-40B4-BE49-F238E27FC236}">
                  <a16:creationId xmlns:a16="http://schemas.microsoft.com/office/drawing/2014/main" id="{E3771E13-ECF2-3D7E-0F2F-34C4159ACBC4}"/>
                </a:ext>
              </a:extLst>
            </p:cNvPr>
            <p:cNvSpPr/>
            <p:nvPr/>
          </p:nvSpPr>
          <p:spPr>
            <a:xfrm flipH="1">
              <a:off x="7011085" y="4322674"/>
              <a:ext cx="383549" cy="864676"/>
            </a:xfrm>
            <a:custGeom>
              <a:avLst/>
              <a:gdLst/>
              <a:ahLst/>
              <a:cxnLst/>
              <a:rect l="l" t="t" r="r" b="b"/>
              <a:pathLst>
                <a:path w="6555" h="14777" extrusionOk="0">
                  <a:moveTo>
                    <a:pt x="5318" y="0"/>
                  </a:moveTo>
                  <a:lnTo>
                    <a:pt x="5318" y="1"/>
                  </a:lnTo>
                  <a:cubicBezTo>
                    <a:pt x="4634" y="1"/>
                    <a:pt x="4080" y="555"/>
                    <a:pt x="4080" y="1238"/>
                  </a:cubicBezTo>
                  <a:cubicBezTo>
                    <a:pt x="4080" y="1499"/>
                    <a:pt x="4162" y="1740"/>
                    <a:pt x="4300" y="1939"/>
                  </a:cubicBezTo>
                  <a:lnTo>
                    <a:pt x="2650" y="3589"/>
                  </a:lnTo>
                  <a:cubicBezTo>
                    <a:pt x="2621" y="3618"/>
                    <a:pt x="2605" y="3657"/>
                    <a:pt x="2605" y="3698"/>
                  </a:cubicBezTo>
                  <a:lnTo>
                    <a:pt x="2605" y="9205"/>
                  </a:lnTo>
                  <a:lnTo>
                    <a:pt x="45" y="11764"/>
                  </a:lnTo>
                  <a:cubicBezTo>
                    <a:pt x="17" y="11792"/>
                    <a:pt x="0" y="11831"/>
                    <a:pt x="0" y="11873"/>
                  </a:cubicBezTo>
                  <a:lnTo>
                    <a:pt x="0" y="14623"/>
                  </a:lnTo>
                  <a:cubicBezTo>
                    <a:pt x="0" y="14706"/>
                    <a:pt x="69" y="14776"/>
                    <a:pt x="154" y="14776"/>
                  </a:cubicBezTo>
                  <a:cubicBezTo>
                    <a:pt x="239" y="14776"/>
                    <a:pt x="308" y="14706"/>
                    <a:pt x="308" y="14623"/>
                  </a:cubicBezTo>
                  <a:lnTo>
                    <a:pt x="308" y="11937"/>
                  </a:lnTo>
                  <a:lnTo>
                    <a:pt x="2867" y="9377"/>
                  </a:lnTo>
                  <a:cubicBezTo>
                    <a:pt x="2897" y="9348"/>
                    <a:pt x="2912" y="9309"/>
                    <a:pt x="2912" y="9268"/>
                  </a:cubicBezTo>
                  <a:lnTo>
                    <a:pt x="2912" y="3762"/>
                  </a:lnTo>
                  <a:lnTo>
                    <a:pt x="4507" y="2166"/>
                  </a:lnTo>
                  <a:cubicBezTo>
                    <a:pt x="4724" y="2356"/>
                    <a:pt x="5006" y="2476"/>
                    <a:pt x="5318" y="2476"/>
                  </a:cubicBezTo>
                  <a:cubicBezTo>
                    <a:pt x="6001" y="2476"/>
                    <a:pt x="6554" y="1921"/>
                    <a:pt x="6554" y="1238"/>
                  </a:cubicBezTo>
                  <a:cubicBezTo>
                    <a:pt x="6554" y="555"/>
                    <a:pt x="6001" y="0"/>
                    <a:pt x="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2">
              <a:extLst>
                <a:ext uri="{FF2B5EF4-FFF2-40B4-BE49-F238E27FC236}">
                  <a16:creationId xmlns:a16="http://schemas.microsoft.com/office/drawing/2014/main" id="{3F517C7C-361F-5362-4779-6228D9805C80}"/>
                </a:ext>
              </a:extLst>
            </p:cNvPr>
            <p:cNvSpPr/>
            <p:nvPr/>
          </p:nvSpPr>
          <p:spPr>
            <a:xfrm flipH="1">
              <a:off x="7052914" y="4364570"/>
              <a:ext cx="61087" cy="61090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10"/>
                    <a:pt x="234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2">
              <a:extLst>
                <a:ext uri="{FF2B5EF4-FFF2-40B4-BE49-F238E27FC236}">
                  <a16:creationId xmlns:a16="http://schemas.microsoft.com/office/drawing/2014/main" id="{2C4671D5-A3CC-B641-AA09-9E94D9AEC7F4}"/>
                </a:ext>
              </a:extLst>
            </p:cNvPr>
            <p:cNvSpPr/>
            <p:nvPr/>
          </p:nvSpPr>
          <p:spPr>
            <a:xfrm flipH="1">
              <a:off x="6980641" y="3894874"/>
              <a:ext cx="2065784" cy="1292479"/>
            </a:xfrm>
            <a:custGeom>
              <a:avLst/>
              <a:gdLst/>
              <a:ahLst/>
              <a:cxnLst/>
              <a:rect l="l" t="t" r="r" b="b"/>
              <a:pathLst>
                <a:path w="35305" h="22088" extrusionOk="0">
                  <a:moveTo>
                    <a:pt x="34068" y="0"/>
                  </a:moveTo>
                  <a:lnTo>
                    <a:pt x="34068" y="2"/>
                  </a:lnTo>
                  <a:cubicBezTo>
                    <a:pt x="33417" y="2"/>
                    <a:pt x="32889" y="505"/>
                    <a:pt x="32840" y="1142"/>
                  </a:cubicBezTo>
                  <a:lnTo>
                    <a:pt x="30174" y="1142"/>
                  </a:lnTo>
                  <a:cubicBezTo>
                    <a:pt x="30133" y="1142"/>
                    <a:pt x="30094" y="1159"/>
                    <a:pt x="30065" y="1187"/>
                  </a:cubicBezTo>
                  <a:lnTo>
                    <a:pt x="28175" y="3078"/>
                  </a:lnTo>
                  <a:lnTo>
                    <a:pt x="23925" y="3078"/>
                  </a:lnTo>
                  <a:lnTo>
                    <a:pt x="22560" y="1712"/>
                  </a:lnTo>
                  <a:cubicBezTo>
                    <a:pt x="22531" y="1684"/>
                    <a:pt x="22492" y="1667"/>
                    <a:pt x="22451" y="1667"/>
                  </a:cubicBezTo>
                  <a:lnTo>
                    <a:pt x="18617" y="1667"/>
                  </a:lnTo>
                  <a:cubicBezTo>
                    <a:pt x="18576" y="1667"/>
                    <a:pt x="18537" y="1684"/>
                    <a:pt x="18508" y="1712"/>
                  </a:cubicBezTo>
                  <a:lnTo>
                    <a:pt x="15949" y="4272"/>
                  </a:lnTo>
                  <a:lnTo>
                    <a:pt x="13335" y="4272"/>
                  </a:lnTo>
                  <a:cubicBezTo>
                    <a:pt x="13295" y="4272"/>
                    <a:pt x="13256" y="4288"/>
                    <a:pt x="13226" y="4317"/>
                  </a:cubicBezTo>
                  <a:lnTo>
                    <a:pt x="11853" y="5692"/>
                  </a:lnTo>
                  <a:cubicBezTo>
                    <a:pt x="11823" y="5720"/>
                    <a:pt x="11806" y="5759"/>
                    <a:pt x="11806" y="5800"/>
                  </a:cubicBezTo>
                  <a:lnTo>
                    <a:pt x="11806" y="10077"/>
                  </a:lnTo>
                  <a:lnTo>
                    <a:pt x="60" y="21825"/>
                  </a:lnTo>
                  <a:cubicBezTo>
                    <a:pt x="0" y="21884"/>
                    <a:pt x="0" y="21982"/>
                    <a:pt x="60" y="22041"/>
                  </a:cubicBezTo>
                  <a:cubicBezTo>
                    <a:pt x="90" y="22072"/>
                    <a:pt x="129" y="22087"/>
                    <a:pt x="169" y="22087"/>
                  </a:cubicBezTo>
                  <a:cubicBezTo>
                    <a:pt x="208" y="22087"/>
                    <a:pt x="247" y="22072"/>
                    <a:pt x="278" y="22041"/>
                  </a:cubicBezTo>
                  <a:lnTo>
                    <a:pt x="12070" y="10249"/>
                  </a:lnTo>
                  <a:cubicBezTo>
                    <a:pt x="12098" y="10220"/>
                    <a:pt x="12115" y="10181"/>
                    <a:pt x="12115" y="10140"/>
                  </a:cubicBezTo>
                  <a:lnTo>
                    <a:pt x="12115" y="5864"/>
                  </a:lnTo>
                  <a:lnTo>
                    <a:pt x="13399" y="4579"/>
                  </a:lnTo>
                  <a:lnTo>
                    <a:pt x="16013" y="4579"/>
                  </a:lnTo>
                  <a:cubicBezTo>
                    <a:pt x="16053" y="4579"/>
                    <a:pt x="16092" y="4563"/>
                    <a:pt x="16121" y="4534"/>
                  </a:cubicBezTo>
                  <a:lnTo>
                    <a:pt x="18681" y="1975"/>
                  </a:lnTo>
                  <a:lnTo>
                    <a:pt x="22387" y="1975"/>
                  </a:lnTo>
                  <a:lnTo>
                    <a:pt x="23754" y="3340"/>
                  </a:lnTo>
                  <a:cubicBezTo>
                    <a:pt x="23782" y="3369"/>
                    <a:pt x="23821" y="3385"/>
                    <a:pt x="23862" y="3385"/>
                  </a:cubicBezTo>
                  <a:lnTo>
                    <a:pt x="28239" y="3385"/>
                  </a:lnTo>
                  <a:cubicBezTo>
                    <a:pt x="28280" y="3385"/>
                    <a:pt x="28319" y="3369"/>
                    <a:pt x="28347" y="3340"/>
                  </a:cubicBezTo>
                  <a:lnTo>
                    <a:pt x="30238" y="1450"/>
                  </a:lnTo>
                  <a:lnTo>
                    <a:pt x="32852" y="1450"/>
                  </a:lnTo>
                  <a:cubicBezTo>
                    <a:pt x="32952" y="2031"/>
                    <a:pt x="33457" y="2476"/>
                    <a:pt x="34068" y="2476"/>
                  </a:cubicBezTo>
                  <a:cubicBezTo>
                    <a:pt x="34751" y="2476"/>
                    <a:pt x="35305" y="1922"/>
                    <a:pt x="35305" y="1238"/>
                  </a:cubicBezTo>
                  <a:cubicBezTo>
                    <a:pt x="35305" y="555"/>
                    <a:pt x="34751" y="0"/>
                    <a:pt x="34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2">
              <a:extLst>
                <a:ext uri="{FF2B5EF4-FFF2-40B4-BE49-F238E27FC236}">
                  <a16:creationId xmlns:a16="http://schemas.microsoft.com/office/drawing/2014/main" id="{9465C439-6C74-067D-5708-C57C06E79EEE}"/>
                </a:ext>
              </a:extLst>
            </p:cNvPr>
            <p:cNvSpPr/>
            <p:nvPr/>
          </p:nvSpPr>
          <p:spPr>
            <a:xfrm flipH="1">
              <a:off x="7022487" y="3936888"/>
              <a:ext cx="61029" cy="60973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2">
              <a:extLst>
                <a:ext uri="{FF2B5EF4-FFF2-40B4-BE49-F238E27FC236}">
                  <a16:creationId xmlns:a16="http://schemas.microsoft.com/office/drawing/2014/main" id="{9B8D4196-8B90-9CC9-662F-71E439FBC26C}"/>
                </a:ext>
              </a:extLst>
            </p:cNvPr>
            <p:cNvSpPr/>
            <p:nvPr/>
          </p:nvSpPr>
          <p:spPr>
            <a:xfrm rot="2576386">
              <a:off x="6242491" y="4224239"/>
              <a:ext cx="548115" cy="1339655"/>
            </a:xfrm>
            <a:custGeom>
              <a:avLst/>
              <a:gdLst/>
              <a:ahLst/>
              <a:cxnLst/>
              <a:rect l="l" t="t" r="r" b="b"/>
              <a:pathLst>
                <a:path w="9367" h="22894" extrusionOk="0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2">
              <a:extLst>
                <a:ext uri="{FF2B5EF4-FFF2-40B4-BE49-F238E27FC236}">
                  <a16:creationId xmlns:a16="http://schemas.microsoft.com/office/drawing/2014/main" id="{78C80657-DA19-7F26-9FE2-28BF2D6F2362}"/>
                </a:ext>
              </a:extLst>
            </p:cNvPr>
            <p:cNvSpPr/>
            <p:nvPr/>
          </p:nvSpPr>
          <p:spPr>
            <a:xfrm rot="2576386">
              <a:off x="6773597" y="4315172"/>
              <a:ext cx="61090" cy="60973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2">
              <a:extLst>
                <a:ext uri="{FF2B5EF4-FFF2-40B4-BE49-F238E27FC236}">
                  <a16:creationId xmlns:a16="http://schemas.microsoft.com/office/drawing/2014/main" id="{183F5071-44FC-0022-4797-0EB4AB055AE9}"/>
                </a:ext>
              </a:extLst>
            </p:cNvPr>
            <p:cNvSpPr/>
            <p:nvPr/>
          </p:nvSpPr>
          <p:spPr>
            <a:xfrm flipH="1">
              <a:off x="7555726" y="4571946"/>
              <a:ext cx="91631" cy="91752"/>
            </a:xfrm>
            <a:custGeom>
              <a:avLst/>
              <a:gdLst/>
              <a:ahLst/>
              <a:cxnLst/>
              <a:rect l="l" t="t" r="r" b="b"/>
              <a:pathLst>
                <a:path w="1566" h="1568" extrusionOk="0">
                  <a:moveTo>
                    <a:pt x="783" y="1"/>
                  </a:moveTo>
                  <a:cubicBezTo>
                    <a:pt x="351" y="1"/>
                    <a:pt x="1" y="352"/>
                    <a:pt x="1" y="783"/>
                  </a:cubicBezTo>
                  <a:cubicBezTo>
                    <a:pt x="1" y="1216"/>
                    <a:pt x="351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2">
              <a:extLst>
                <a:ext uri="{FF2B5EF4-FFF2-40B4-BE49-F238E27FC236}">
                  <a16:creationId xmlns:a16="http://schemas.microsoft.com/office/drawing/2014/main" id="{1E3FD354-D195-143D-9B39-D58BC1F8522B}"/>
                </a:ext>
              </a:extLst>
            </p:cNvPr>
            <p:cNvSpPr/>
            <p:nvPr/>
          </p:nvSpPr>
          <p:spPr>
            <a:xfrm flipH="1">
              <a:off x="7467491" y="4483823"/>
              <a:ext cx="267987" cy="267999"/>
            </a:xfrm>
            <a:custGeom>
              <a:avLst/>
              <a:gdLst/>
              <a:ahLst/>
              <a:cxnLst/>
              <a:rect l="l" t="t" r="r" b="b"/>
              <a:pathLst>
                <a:path w="4580" h="4580" extrusionOk="0">
                  <a:moveTo>
                    <a:pt x="2289" y="154"/>
                  </a:moveTo>
                  <a:cubicBezTo>
                    <a:pt x="3467" y="154"/>
                    <a:pt x="4426" y="1112"/>
                    <a:pt x="4426" y="2289"/>
                  </a:cubicBezTo>
                  <a:cubicBezTo>
                    <a:pt x="4426" y="3468"/>
                    <a:pt x="3467" y="4426"/>
                    <a:pt x="2289" y="4426"/>
                  </a:cubicBezTo>
                  <a:cubicBezTo>
                    <a:pt x="1112" y="4426"/>
                    <a:pt x="154" y="3468"/>
                    <a:pt x="154" y="2289"/>
                  </a:cubicBezTo>
                  <a:cubicBezTo>
                    <a:pt x="154" y="1112"/>
                    <a:pt x="1112" y="154"/>
                    <a:pt x="2289" y="154"/>
                  </a:cubicBezTo>
                  <a:close/>
                  <a:moveTo>
                    <a:pt x="2289" y="1"/>
                  </a:moveTo>
                  <a:cubicBezTo>
                    <a:pt x="1027" y="1"/>
                    <a:pt x="1" y="1028"/>
                    <a:pt x="1" y="2289"/>
                  </a:cubicBezTo>
                  <a:cubicBezTo>
                    <a:pt x="1" y="3552"/>
                    <a:pt x="1027" y="4579"/>
                    <a:pt x="2289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2">
              <a:extLst>
                <a:ext uri="{FF2B5EF4-FFF2-40B4-BE49-F238E27FC236}">
                  <a16:creationId xmlns:a16="http://schemas.microsoft.com/office/drawing/2014/main" id="{604AB020-449D-3D8A-9017-06E249C8E03B}"/>
                </a:ext>
              </a:extLst>
            </p:cNvPr>
            <p:cNvSpPr/>
            <p:nvPr/>
          </p:nvSpPr>
          <p:spPr>
            <a:xfrm rot="2576386">
              <a:off x="6188745" y="4762327"/>
              <a:ext cx="91635" cy="91694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2">
              <a:extLst>
                <a:ext uri="{FF2B5EF4-FFF2-40B4-BE49-F238E27FC236}">
                  <a16:creationId xmlns:a16="http://schemas.microsoft.com/office/drawing/2014/main" id="{C2598985-E3C7-F04F-1DF3-511EB2B0B3AD}"/>
                </a:ext>
              </a:extLst>
            </p:cNvPr>
            <p:cNvSpPr/>
            <p:nvPr/>
          </p:nvSpPr>
          <p:spPr>
            <a:xfrm rot="2576386">
              <a:off x="6100556" y="4674205"/>
              <a:ext cx="268001" cy="26794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2">
              <a:extLst>
                <a:ext uri="{FF2B5EF4-FFF2-40B4-BE49-F238E27FC236}">
                  <a16:creationId xmlns:a16="http://schemas.microsoft.com/office/drawing/2014/main" id="{AD8C8DED-3CB7-1221-9F4C-660DE0503C08}"/>
                </a:ext>
              </a:extLst>
            </p:cNvPr>
            <p:cNvSpPr/>
            <p:nvPr/>
          </p:nvSpPr>
          <p:spPr>
            <a:xfrm flipH="1">
              <a:off x="7465557" y="4179196"/>
              <a:ext cx="138558" cy="138446"/>
            </a:xfrm>
            <a:custGeom>
              <a:avLst/>
              <a:gdLst/>
              <a:ahLst/>
              <a:cxnLst/>
              <a:rect l="l" t="t" r="r" b="b"/>
              <a:pathLst>
                <a:path w="2368" h="2366" extrusionOk="0">
                  <a:moveTo>
                    <a:pt x="1184" y="154"/>
                  </a:moveTo>
                  <a:cubicBezTo>
                    <a:pt x="1751" y="154"/>
                    <a:pt x="2214" y="615"/>
                    <a:pt x="2214" y="1182"/>
                  </a:cubicBezTo>
                  <a:cubicBezTo>
                    <a:pt x="2214" y="1750"/>
                    <a:pt x="1751" y="2212"/>
                    <a:pt x="1184" y="2212"/>
                  </a:cubicBezTo>
                  <a:cubicBezTo>
                    <a:pt x="617" y="2212"/>
                    <a:pt x="154" y="1750"/>
                    <a:pt x="154" y="1182"/>
                  </a:cubicBezTo>
                  <a:cubicBezTo>
                    <a:pt x="154" y="615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0"/>
                    <a:pt x="1" y="1182"/>
                  </a:cubicBezTo>
                  <a:cubicBezTo>
                    <a:pt x="1" y="1835"/>
                    <a:pt x="531" y="2366"/>
                    <a:pt x="1184" y="2366"/>
                  </a:cubicBezTo>
                  <a:cubicBezTo>
                    <a:pt x="1837" y="2366"/>
                    <a:pt x="2367" y="1835"/>
                    <a:pt x="2367" y="1182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84483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308BE2DA-A4E0-75E7-F46C-36FD8A05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9D8A0E0D-1B20-6D60-72FA-2CDA01E45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Circuit considerations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7BC25BE4-88B9-4793-0279-101A8F16756E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8F342C07-B1B0-E52A-D08E-B1C2E72A2078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82557022-E15C-D48F-2DA9-AD4D8B2078F5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84CB409F-0BB3-3D72-AFE2-B87A84A6D1FD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B5C3F2EC-A3A3-CD90-3D41-AAB7314046C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50521" y="1542686"/>
            <a:ext cx="3848132" cy="2647767"/>
          </a:xfrm>
        </p:spPr>
        <p:txBody>
          <a:bodyPr/>
          <a:lstStyle/>
          <a:p>
            <a:r>
              <a:rPr lang="en-US" dirty="0"/>
              <a:t>Make sure you know your voltage levels of the signal you want to connect to</a:t>
            </a:r>
          </a:p>
          <a:p>
            <a:endParaRPr lang="en-US" dirty="0"/>
          </a:p>
          <a:p>
            <a:r>
              <a:rPr lang="en-US" dirty="0"/>
              <a:t>Be careful you are not providing a ground path from an isolated, high voltage system through your computer</a:t>
            </a:r>
          </a:p>
          <a:p>
            <a:endParaRPr lang="en-US" dirty="0"/>
          </a:p>
          <a:p>
            <a:r>
              <a:rPr lang="en-US" dirty="0"/>
              <a:t>Any probe on a live circuit can affect how the circuit works or cause it to glitch or stop working</a:t>
            </a:r>
          </a:p>
        </p:txBody>
      </p:sp>
      <p:pic>
        <p:nvPicPr>
          <p:cNvPr id="17410" name="Picture 2" descr="1-A through a 1/4-W resistor releases the magic smoke : r/engineering">
            <a:extLst>
              <a:ext uri="{FF2B5EF4-FFF2-40B4-BE49-F238E27FC236}">
                <a16:creationId xmlns:a16="http://schemas.microsoft.com/office/drawing/2014/main" id="{2A7575A4-7D2A-F74A-65E9-457552113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166" y="1542686"/>
            <a:ext cx="3835437" cy="254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702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1D28344C-104D-A70E-B339-2A92F3BC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37C550D3-FEB5-FC86-BE61-F3B86B9684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Connecting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F0EBA5DE-EED6-D6EA-DB6F-7AE54F2F1BCF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D678430E-0B0B-6C24-B0FC-6F51BEEA268F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59973350-17F3-6D65-4CEC-C14F68E0E2AE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AAAFD992-01DB-F51D-965B-C096FE2C551B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6F740774-400D-F9B5-700C-E0F66702E16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/>
              <a:t>Probe clips are usually used</a:t>
            </a:r>
          </a:p>
          <a:p>
            <a:endParaRPr lang="en-US" dirty="0"/>
          </a:p>
          <a:p>
            <a:r>
              <a:rPr lang="en-US" dirty="0"/>
              <a:t>Connect with the device power off to prevent shorts</a:t>
            </a:r>
          </a:p>
          <a:p>
            <a:endParaRPr lang="en-US" dirty="0"/>
          </a:p>
          <a:p>
            <a:r>
              <a:rPr lang="en-US" dirty="0"/>
              <a:t>Make sure you always connect up a ground</a:t>
            </a:r>
          </a:p>
        </p:txBody>
      </p:sp>
      <p:pic>
        <p:nvPicPr>
          <p:cNvPr id="19458" name="Picture 2" descr="Logic Analyzer Tutorial: Probe Setup | Saleae Articles">
            <a:extLst>
              <a:ext uri="{FF2B5EF4-FFF2-40B4-BE49-F238E27FC236}">
                <a16:creationId xmlns:a16="http://schemas.microsoft.com/office/drawing/2014/main" id="{4CAFC53C-5A34-86EA-7F4B-911A6A05F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261" y="1623427"/>
            <a:ext cx="4037061" cy="2689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387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AF91A8CA-419F-9BE7-7BE7-3645DEB59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4C4956D1-E350-9B7C-E34D-B3F13F5745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Setting up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1F9934AE-F5C0-B060-B1C4-E7AE7D689F89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B0622B42-5262-242F-7DE8-982B5C3518D9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39E7227C-8BD1-9762-17EB-308270F8D108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AD713B62-4F28-3746-01F0-D6C7FE6E471B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0D5CDCA4-F13E-271A-6F18-158D07AC994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/>
              <a:t>Configure each channel type</a:t>
            </a:r>
          </a:p>
          <a:p>
            <a:endParaRPr lang="en-US" dirty="0"/>
          </a:p>
          <a:p>
            <a:r>
              <a:rPr lang="en-US" dirty="0"/>
              <a:t>You can rename channels</a:t>
            </a:r>
          </a:p>
          <a:p>
            <a:endParaRPr lang="en-US" dirty="0"/>
          </a:p>
        </p:txBody>
      </p:sp>
      <p:pic>
        <p:nvPicPr>
          <p:cNvPr id="20482" name="Picture 2" descr="Using the Logic Analyzer - Digilent Reference">
            <a:extLst>
              <a:ext uri="{FF2B5EF4-FFF2-40B4-BE49-F238E27FC236}">
                <a16:creationId xmlns:a16="http://schemas.microsoft.com/office/drawing/2014/main" id="{D0E0E1B9-8F20-2BEA-2FF4-7B1EE8F66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983" y="1408263"/>
            <a:ext cx="4368002" cy="291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454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A516DF18-DBD7-C07D-7ED9-0F7B3E45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D9C368D4-8F72-19B7-57AA-C9370D916D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Protocols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5B2B6ACE-9657-D9C5-97CE-9E9556A028E8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26EAD698-ACAF-820A-B6CF-58CE594E9E13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886F357B-90BA-F230-2D5B-2DE0B295E326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73CA076F-1241-12E1-719B-5D94EE4F4EEB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AE9BE5E9-E0BB-09D1-F261-90BACEC4629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549852" cy="2144114"/>
          </a:xfrm>
        </p:spPr>
        <p:txBody>
          <a:bodyPr/>
          <a:lstStyle/>
          <a:p>
            <a:r>
              <a:rPr lang="en-US" dirty="0"/>
              <a:t>To decode a protocol, depending on the software, you add a decoder and use a popup to select what channel is what pin</a:t>
            </a:r>
          </a:p>
        </p:txBody>
      </p:sp>
      <p:pic>
        <p:nvPicPr>
          <p:cNvPr id="21506" name="Picture 2" descr="PulseView User Manual">
            <a:extLst>
              <a:ext uri="{FF2B5EF4-FFF2-40B4-BE49-F238E27FC236}">
                <a16:creationId xmlns:a16="http://schemas.microsoft.com/office/drawing/2014/main" id="{8179E9F2-98D8-257E-4350-2E2F3D6E4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920" y="1528357"/>
            <a:ext cx="4499262" cy="267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370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E387617A-7311-9594-7BE9-850D655C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076C94FB-CA69-243A-57C0-E9EE1A2B1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Triggering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2FB5BC51-1052-5C4A-D03F-D5CC77F5E91C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7A2D60ED-9CE9-E508-EDC7-61EE78E8E7C1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53147FF1-6189-54E0-BCD9-7E733A93CE8E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201EE859-1C98-D912-03F5-50213DC6C26C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CD50C42B-80DE-F491-618A-8793CAF9ED3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5851" y="1792207"/>
            <a:ext cx="3848132" cy="2144114"/>
          </a:xfrm>
        </p:spPr>
        <p:txBody>
          <a:bodyPr/>
          <a:lstStyle/>
          <a:p>
            <a:r>
              <a:rPr lang="en-US" dirty="0"/>
              <a:t>Triggers can be set to start captures when a certain logical condition is met</a:t>
            </a:r>
          </a:p>
          <a:p>
            <a:endParaRPr lang="en-US" dirty="0"/>
          </a:p>
          <a:p>
            <a:r>
              <a:rPr lang="en-US" dirty="0"/>
              <a:t>Or you can just start a capture</a:t>
            </a:r>
          </a:p>
          <a:p>
            <a:endParaRPr lang="en-US" dirty="0"/>
          </a:p>
          <a:p>
            <a:r>
              <a:rPr lang="en-US" dirty="0"/>
              <a:t>Or you can run an auto-repeating capture</a:t>
            </a:r>
          </a:p>
        </p:txBody>
      </p:sp>
      <p:pic>
        <p:nvPicPr>
          <p:cNvPr id="22530" name="Picture 2" descr="Using the USB Logic Analyzer with sigrok PulseView - SparkFun Learn">
            <a:extLst>
              <a:ext uri="{FF2B5EF4-FFF2-40B4-BE49-F238E27FC236}">
                <a16:creationId xmlns:a16="http://schemas.microsoft.com/office/drawing/2014/main" id="{4AC55F1B-BB9F-56AC-0458-1EA3FCA69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750" y="1415087"/>
            <a:ext cx="37909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502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7">
          <a:extLst>
            <a:ext uri="{FF2B5EF4-FFF2-40B4-BE49-F238E27FC236}">
              <a16:creationId xmlns:a16="http://schemas.microsoft.com/office/drawing/2014/main" id="{FBE778EC-6372-6E63-7E3F-A731E29F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52">
            <a:extLst>
              <a:ext uri="{FF2B5EF4-FFF2-40B4-BE49-F238E27FC236}">
                <a16:creationId xmlns:a16="http://schemas.microsoft.com/office/drawing/2014/main" id="{BF995C4D-7BA3-0ECB-04AA-D0F034458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7083" y="2103118"/>
            <a:ext cx="3559500" cy="6694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2249" name="Google Shape;2249;p52">
            <a:extLst>
              <a:ext uri="{FF2B5EF4-FFF2-40B4-BE49-F238E27FC236}">
                <a16:creationId xmlns:a16="http://schemas.microsoft.com/office/drawing/2014/main" id="{8EFE713C-6A54-AB15-8C2A-8F5B0950F47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92250" y="998675"/>
            <a:ext cx="1249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251" name="Google Shape;2251;p52">
            <a:extLst>
              <a:ext uri="{FF2B5EF4-FFF2-40B4-BE49-F238E27FC236}">
                <a16:creationId xmlns:a16="http://schemas.microsoft.com/office/drawing/2014/main" id="{C17399C0-AB3B-3F96-B965-06A6EDBE7E80}"/>
              </a:ext>
            </a:extLst>
          </p:cNvPr>
          <p:cNvGrpSpPr/>
          <p:nvPr/>
        </p:nvGrpSpPr>
        <p:grpSpPr>
          <a:xfrm>
            <a:off x="724831" y="-43622"/>
            <a:ext cx="2207482" cy="1748498"/>
            <a:chOff x="724831" y="-43622"/>
            <a:chExt cx="2207482" cy="1748498"/>
          </a:xfrm>
        </p:grpSpPr>
        <p:sp>
          <p:nvSpPr>
            <p:cNvPr id="2252" name="Google Shape;2252;p52">
              <a:extLst>
                <a:ext uri="{FF2B5EF4-FFF2-40B4-BE49-F238E27FC236}">
                  <a16:creationId xmlns:a16="http://schemas.microsoft.com/office/drawing/2014/main" id="{3B485F72-39C2-F8DF-FE11-981CA1418E44}"/>
                </a:ext>
              </a:extLst>
            </p:cNvPr>
            <p:cNvSpPr/>
            <p:nvPr/>
          </p:nvSpPr>
          <p:spPr>
            <a:xfrm rot="5400000">
              <a:off x="2033374" y="-162906"/>
              <a:ext cx="765077" cy="1032799"/>
            </a:xfrm>
            <a:custGeom>
              <a:avLst/>
              <a:gdLst/>
              <a:ahLst/>
              <a:cxnLst/>
              <a:rect l="l" t="t" r="r" b="b"/>
              <a:pathLst>
                <a:path w="15326" h="20689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52">
              <a:extLst>
                <a:ext uri="{FF2B5EF4-FFF2-40B4-BE49-F238E27FC236}">
                  <a16:creationId xmlns:a16="http://schemas.microsoft.com/office/drawing/2014/main" id="{4EC8FA16-79F1-7D9A-D4CC-71FE8FBFCABD}"/>
                </a:ext>
              </a:extLst>
            </p:cNvPr>
            <p:cNvSpPr/>
            <p:nvPr/>
          </p:nvSpPr>
          <p:spPr>
            <a:xfrm rot="5400000">
              <a:off x="1668247" y="-80837"/>
              <a:ext cx="817044" cy="920628"/>
            </a:xfrm>
            <a:custGeom>
              <a:avLst/>
              <a:gdLst/>
              <a:ahLst/>
              <a:cxnLst/>
              <a:rect l="l" t="t" r="r" b="b"/>
              <a:pathLst>
                <a:path w="16367" h="18442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52">
              <a:extLst>
                <a:ext uri="{FF2B5EF4-FFF2-40B4-BE49-F238E27FC236}">
                  <a16:creationId xmlns:a16="http://schemas.microsoft.com/office/drawing/2014/main" id="{D8568216-48DD-B465-93CA-727109579A78}"/>
                </a:ext>
              </a:extLst>
            </p:cNvPr>
            <p:cNvSpPr/>
            <p:nvPr/>
          </p:nvSpPr>
          <p:spPr>
            <a:xfrm rot="5400000">
              <a:off x="1355217" y="95955"/>
              <a:ext cx="1128496" cy="873703"/>
            </a:xfrm>
            <a:custGeom>
              <a:avLst/>
              <a:gdLst/>
              <a:ahLst/>
              <a:cxnLst/>
              <a:rect l="l" t="t" r="r" b="b"/>
              <a:pathLst>
                <a:path w="22606" h="17502" extrusionOk="0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2">
              <a:extLst>
                <a:ext uri="{FF2B5EF4-FFF2-40B4-BE49-F238E27FC236}">
                  <a16:creationId xmlns:a16="http://schemas.microsoft.com/office/drawing/2014/main" id="{20C9C3E0-36F0-1B23-789B-BD19F089A968}"/>
                </a:ext>
              </a:extLst>
            </p:cNvPr>
            <p:cNvSpPr/>
            <p:nvPr/>
          </p:nvSpPr>
          <p:spPr>
            <a:xfrm rot="5400000">
              <a:off x="695419" y="453659"/>
              <a:ext cx="1143772" cy="214008"/>
            </a:xfrm>
            <a:custGeom>
              <a:avLst/>
              <a:gdLst/>
              <a:ahLst/>
              <a:cxnLst/>
              <a:rect l="l" t="t" r="r" b="b"/>
              <a:pathLst>
                <a:path w="22912" h="4287" extrusionOk="0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2">
              <a:extLst>
                <a:ext uri="{FF2B5EF4-FFF2-40B4-BE49-F238E27FC236}">
                  <a16:creationId xmlns:a16="http://schemas.microsoft.com/office/drawing/2014/main" id="{B3BBC897-9AC0-5CA3-457A-0224CCBF9708}"/>
                </a:ext>
              </a:extLst>
            </p:cNvPr>
            <p:cNvSpPr/>
            <p:nvPr/>
          </p:nvSpPr>
          <p:spPr>
            <a:xfrm rot="5400000">
              <a:off x="171099" y="727920"/>
              <a:ext cx="1667734" cy="124651"/>
            </a:xfrm>
            <a:custGeom>
              <a:avLst/>
              <a:gdLst/>
              <a:ahLst/>
              <a:cxnLst/>
              <a:rect l="l" t="t" r="r" b="b"/>
              <a:pathLst>
                <a:path w="33408" h="2497" extrusionOk="0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2">
              <a:extLst>
                <a:ext uri="{FF2B5EF4-FFF2-40B4-BE49-F238E27FC236}">
                  <a16:creationId xmlns:a16="http://schemas.microsoft.com/office/drawing/2014/main" id="{87A5FD85-8186-8BD7-9B32-D7BF9502773A}"/>
                </a:ext>
              </a:extLst>
            </p:cNvPr>
            <p:cNvSpPr/>
            <p:nvPr/>
          </p:nvSpPr>
          <p:spPr>
            <a:xfrm rot="5400000">
              <a:off x="1794451" y="760564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2">
              <a:extLst>
                <a:ext uri="{FF2B5EF4-FFF2-40B4-BE49-F238E27FC236}">
                  <a16:creationId xmlns:a16="http://schemas.microsoft.com/office/drawing/2014/main" id="{29D3DC1B-E997-FE38-47F7-D8595F16E7C6}"/>
                </a:ext>
              </a:extLst>
            </p:cNvPr>
            <p:cNvSpPr/>
            <p:nvPr/>
          </p:nvSpPr>
          <p:spPr>
            <a:xfrm rot="5400000">
              <a:off x="1878968" y="676047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52">
              <a:extLst>
                <a:ext uri="{FF2B5EF4-FFF2-40B4-BE49-F238E27FC236}">
                  <a16:creationId xmlns:a16="http://schemas.microsoft.com/office/drawing/2014/main" id="{A3081E87-3390-C4B7-7172-76304AA1A804}"/>
                </a:ext>
              </a:extLst>
            </p:cNvPr>
            <p:cNvSpPr/>
            <p:nvPr/>
          </p:nvSpPr>
          <p:spPr>
            <a:xfrm rot="5400000">
              <a:off x="1965857" y="589208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52">
              <a:extLst>
                <a:ext uri="{FF2B5EF4-FFF2-40B4-BE49-F238E27FC236}">
                  <a16:creationId xmlns:a16="http://schemas.microsoft.com/office/drawing/2014/main" id="{B0E82E06-3F24-3A60-7B51-5310E8DF0A00}"/>
                </a:ext>
              </a:extLst>
            </p:cNvPr>
            <p:cNvSpPr/>
            <p:nvPr/>
          </p:nvSpPr>
          <p:spPr>
            <a:xfrm rot="5400000">
              <a:off x="724831" y="674899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52">
              <a:extLst>
                <a:ext uri="{FF2B5EF4-FFF2-40B4-BE49-F238E27FC236}">
                  <a16:creationId xmlns:a16="http://schemas.microsoft.com/office/drawing/2014/main" id="{CC660117-1F84-2635-3876-0BD37F932360}"/>
                </a:ext>
              </a:extLst>
            </p:cNvPr>
            <p:cNvSpPr/>
            <p:nvPr/>
          </p:nvSpPr>
          <p:spPr>
            <a:xfrm rot="5400000">
              <a:off x="809373" y="590407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52">
              <a:extLst>
                <a:ext uri="{FF2B5EF4-FFF2-40B4-BE49-F238E27FC236}">
                  <a16:creationId xmlns:a16="http://schemas.microsoft.com/office/drawing/2014/main" id="{468AB8EF-2BFF-13C9-4C0F-661F29CD44C5}"/>
                </a:ext>
              </a:extLst>
            </p:cNvPr>
            <p:cNvSpPr/>
            <p:nvPr/>
          </p:nvSpPr>
          <p:spPr>
            <a:xfrm rot="5400000">
              <a:off x="896162" y="503568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52">
              <a:extLst>
                <a:ext uri="{FF2B5EF4-FFF2-40B4-BE49-F238E27FC236}">
                  <a16:creationId xmlns:a16="http://schemas.microsoft.com/office/drawing/2014/main" id="{5CE67502-1EFF-B2B4-AE0A-E9B6F84554F8}"/>
                </a:ext>
              </a:extLst>
            </p:cNvPr>
            <p:cNvSpPr/>
            <p:nvPr/>
          </p:nvSpPr>
          <p:spPr>
            <a:xfrm rot="5400000">
              <a:off x="1128922" y="974553"/>
              <a:ext cx="78225" cy="78275"/>
            </a:xfrm>
            <a:custGeom>
              <a:avLst/>
              <a:gdLst/>
              <a:ahLst/>
              <a:cxnLst/>
              <a:rect l="l" t="t" r="r" b="b"/>
              <a:pathLst>
                <a:path w="1567" h="1568" extrusionOk="0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52">
              <a:extLst>
                <a:ext uri="{FF2B5EF4-FFF2-40B4-BE49-F238E27FC236}">
                  <a16:creationId xmlns:a16="http://schemas.microsoft.com/office/drawing/2014/main" id="{5A3E60A1-CFB3-42E7-B6E8-861D84D4DCCF}"/>
                </a:ext>
              </a:extLst>
            </p:cNvPr>
            <p:cNvSpPr/>
            <p:nvPr/>
          </p:nvSpPr>
          <p:spPr>
            <a:xfrm rot="5400000">
              <a:off x="1053744" y="899371"/>
              <a:ext cx="228585" cy="228635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2">
              <a:extLst>
                <a:ext uri="{FF2B5EF4-FFF2-40B4-BE49-F238E27FC236}">
                  <a16:creationId xmlns:a16="http://schemas.microsoft.com/office/drawing/2014/main" id="{EC7BF419-3FBD-4A44-2EE9-A83AFA7B86FD}"/>
                </a:ext>
              </a:extLst>
            </p:cNvPr>
            <p:cNvSpPr/>
            <p:nvPr/>
          </p:nvSpPr>
          <p:spPr>
            <a:xfrm rot="5400000">
              <a:off x="1857628" y="409291"/>
              <a:ext cx="123602" cy="123552"/>
            </a:xfrm>
            <a:custGeom>
              <a:avLst/>
              <a:gdLst/>
              <a:ahLst/>
              <a:cxnLst/>
              <a:rect l="l" t="t" r="r" b="b"/>
              <a:pathLst>
                <a:path w="2476" h="2475" extrusionOk="0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52">
              <a:extLst>
                <a:ext uri="{FF2B5EF4-FFF2-40B4-BE49-F238E27FC236}">
                  <a16:creationId xmlns:a16="http://schemas.microsoft.com/office/drawing/2014/main" id="{4BC319CC-E6A3-0062-C292-F0F500FFF4E5}"/>
                </a:ext>
              </a:extLst>
            </p:cNvPr>
            <p:cNvSpPr/>
            <p:nvPr/>
          </p:nvSpPr>
          <p:spPr>
            <a:xfrm rot="5400000">
              <a:off x="1893395" y="445010"/>
              <a:ext cx="52117" cy="52117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52">
              <a:extLst>
                <a:ext uri="{FF2B5EF4-FFF2-40B4-BE49-F238E27FC236}">
                  <a16:creationId xmlns:a16="http://schemas.microsoft.com/office/drawing/2014/main" id="{3AE0DFB6-24CE-6F05-4781-7D8E6A5DD292}"/>
                </a:ext>
              </a:extLst>
            </p:cNvPr>
            <p:cNvSpPr/>
            <p:nvPr/>
          </p:nvSpPr>
          <p:spPr>
            <a:xfrm rot="5400000">
              <a:off x="1562392" y="718455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2">
              <a:extLst>
                <a:ext uri="{FF2B5EF4-FFF2-40B4-BE49-F238E27FC236}">
                  <a16:creationId xmlns:a16="http://schemas.microsoft.com/office/drawing/2014/main" id="{D4D6F5F7-8A9B-41D3-2FC3-475A5A1918F2}"/>
                </a:ext>
              </a:extLst>
            </p:cNvPr>
            <p:cNvSpPr/>
            <p:nvPr/>
          </p:nvSpPr>
          <p:spPr>
            <a:xfrm rot="5400000">
              <a:off x="1598159" y="754274"/>
              <a:ext cx="52017" cy="52017"/>
            </a:xfrm>
            <a:custGeom>
              <a:avLst/>
              <a:gdLst/>
              <a:ahLst/>
              <a:cxnLst/>
              <a:rect l="l" t="t" r="r" b="b"/>
              <a:pathLst>
                <a:path w="1042" h="1042" extrusionOk="0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2">
              <a:extLst>
                <a:ext uri="{FF2B5EF4-FFF2-40B4-BE49-F238E27FC236}">
                  <a16:creationId xmlns:a16="http://schemas.microsoft.com/office/drawing/2014/main" id="{36EF1954-F20D-E7F4-973F-266A4614A587}"/>
                </a:ext>
              </a:extLst>
            </p:cNvPr>
            <p:cNvSpPr/>
            <p:nvPr/>
          </p:nvSpPr>
          <p:spPr>
            <a:xfrm rot="5400000">
              <a:off x="1490979" y="1041722"/>
              <a:ext cx="123552" cy="123552"/>
            </a:xfrm>
            <a:custGeom>
              <a:avLst/>
              <a:gdLst/>
              <a:ahLst/>
              <a:cxnLst/>
              <a:rect l="l" t="t" r="r" b="b"/>
              <a:pathLst>
                <a:path w="2475" h="2475" extrusionOk="0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2">
              <a:extLst>
                <a:ext uri="{FF2B5EF4-FFF2-40B4-BE49-F238E27FC236}">
                  <a16:creationId xmlns:a16="http://schemas.microsoft.com/office/drawing/2014/main" id="{50E61032-A51C-EC49-4813-F6075ED8773B}"/>
                </a:ext>
              </a:extLst>
            </p:cNvPr>
            <p:cNvSpPr/>
            <p:nvPr/>
          </p:nvSpPr>
          <p:spPr>
            <a:xfrm rot="5400000">
              <a:off x="1526721" y="1077466"/>
              <a:ext cx="52067" cy="52067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2">
              <a:extLst>
                <a:ext uri="{FF2B5EF4-FFF2-40B4-BE49-F238E27FC236}">
                  <a16:creationId xmlns:a16="http://schemas.microsoft.com/office/drawing/2014/main" id="{6D1BEFAD-8EE8-6BDA-705F-9257A2966C83}"/>
                </a:ext>
              </a:extLst>
            </p:cNvPr>
            <p:cNvSpPr/>
            <p:nvPr/>
          </p:nvSpPr>
          <p:spPr>
            <a:xfrm rot="5400000">
              <a:off x="1251680" y="1103450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52">
              <a:extLst>
                <a:ext uri="{FF2B5EF4-FFF2-40B4-BE49-F238E27FC236}">
                  <a16:creationId xmlns:a16="http://schemas.microsoft.com/office/drawing/2014/main" id="{49997B76-156F-D76C-E36B-0F6AF79C51E5}"/>
                </a:ext>
              </a:extLst>
            </p:cNvPr>
            <p:cNvSpPr/>
            <p:nvPr/>
          </p:nvSpPr>
          <p:spPr>
            <a:xfrm rot="5400000">
              <a:off x="1287422" y="1139244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2">
              <a:extLst>
                <a:ext uri="{FF2B5EF4-FFF2-40B4-BE49-F238E27FC236}">
                  <a16:creationId xmlns:a16="http://schemas.microsoft.com/office/drawing/2014/main" id="{809F1EFB-24B0-BED0-DFE4-667F91B4EA52}"/>
                </a:ext>
              </a:extLst>
            </p:cNvPr>
            <p:cNvSpPr/>
            <p:nvPr/>
          </p:nvSpPr>
          <p:spPr>
            <a:xfrm rot="5400000">
              <a:off x="995757" y="1581224"/>
              <a:ext cx="123652" cy="123652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2">
              <a:extLst>
                <a:ext uri="{FF2B5EF4-FFF2-40B4-BE49-F238E27FC236}">
                  <a16:creationId xmlns:a16="http://schemas.microsoft.com/office/drawing/2014/main" id="{F7C4796F-1C83-53E5-D82E-78BA914C6BA6}"/>
                </a:ext>
              </a:extLst>
            </p:cNvPr>
            <p:cNvSpPr/>
            <p:nvPr/>
          </p:nvSpPr>
          <p:spPr>
            <a:xfrm rot="5400000">
              <a:off x="1031524" y="1617043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5" name="Google Shape;2275;p52">
            <a:extLst>
              <a:ext uri="{FF2B5EF4-FFF2-40B4-BE49-F238E27FC236}">
                <a16:creationId xmlns:a16="http://schemas.microsoft.com/office/drawing/2014/main" id="{A1A0F752-53CB-F4F7-AF38-2A8E8D721DBD}"/>
              </a:ext>
            </a:extLst>
          </p:cNvPr>
          <p:cNvGrpSpPr/>
          <p:nvPr/>
        </p:nvGrpSpPr>
        <p:grpSpPr>
          <a:xfrm>
            <a:off x="5859613" y="3894874"/>
            <a:ext cx="3186812" cy="1676249"/>
            <a:chOff x="5859613" y="3894874"/>
            <a:chExt cx="3186812" cy="1676249"/>
          </a:xfrm>
        </p:grpSpPr>
        <p:sp>
          <p:nvSpPr>
            <p:cNvPr id="2276" name="Google Shape;2276;p52">
              <a:extLst>
                <a:ext uri="{FF2B5EF4-FFF2-40B4-BE49-F238E27FC236}">
                  <a16:creationId xmlns:a16="http://schemas.microsoft.com/office/drawing/2014/main" id="{DFF44678-3CDF-6629-27B9-403494DBF781}"/>
                </a:ext>
              </a:extLst>
            </p:cNvPr>
            <p:cNvSpPr/>
            <p:nvPr/>
          </p:nvSpPr>
          <p:spPr>
            <a:xfrm flipH="1">
              <a:off x="7113983" y="4081301"/>
              <a:ext cx="1610732" cy="1106051"/>
            </a:xfrm>
            <a:custGeom>
              <a:avLst/>
              <a:gdLst/>
              <a:ahLst/>
              <a:cxnLst/>
              <a:rect l="l" t="t" r="r" b="b"/>
              <a:pathLst>
                <a:path w="27528" h="18902" extrusionOk="0">
                  <a:moveTo>
                    <a:pt x="26291" y="0"/>
                  </a:moveTo>
                  <a:cubicBezTo>
                    <a:pt x="25607" y="0"/>
                    <a:pt x="25053" y="555"/>
                    <a:pt x="25053" y="1238"/>
                  </a:cubicBezTo>
                  <a:cubicBezTo>
                    <a:pt x="25053" y="1496"/>
                    <a:pt x="25132" y="1735"/>
                    <a:pt x="25267" y="1932"/>
                  </a:cubicBezTo>
                  <a:lnTo>
                    <a:pt x="24630" y="2568"/>
                  </a:lnTo>
                  <a:lnTo>
                    <a:pt x="13951" y="2568"/>
                  </a:lnTo>
                  <a:cubicBezTo>
                    <a:pt x="13910" y="2568"/>
                    <a:pt x="13871" y="2585"/>
                    <a:pt x="13842" y="2614"/>
                  </a:cubicBezTo>
                  <a:lnTo>
                    <a:pt x="11635" y="4820"/>
                  </a:lnTo>
                  <a:cubicBezTo>
                    <a:pt x="11607" y="4849"/>
                    <a:pt x="11590" y="4888"/>
                    <a:pt x="11590" y="4929"/>
                  </a:cubicBezTo>
                  <a:lnTo>
                    <a:pt x="11590" y="9278"/>
                  </a:lnTo>
                  <a:lnTo>
                    <a:pt x="8136" y="12734"/>
                  </a:lnTo>
                  <a:lnTo>
                    <a:pt x="6029" y="12734"/>
                  </a:lnTo>
                  <a:cubicBezTo>
                    <a:pt x="5988" y="12734"/>
                    <a:pt x="5949" y="12749"/>
                    <a:pt x="5921" y="12779"/>
                  </a:cubicBezTo>
                  <a:lnTo>
                    <a:pt x="61" y="18639"/>
                  </a:lnTo>
                  <a:cubicBezTo>
                    <a:pt x="0" y="18698"/>
                    <a:pt x="0" y="18796"/>
                    <a:pt x="61" y="18856"/>
                  </a:cubicBezTo>
                  <a:cubicBezTo>
                    <a:pt x="90" y="18886"/>
                    <a:pt x="129" y="18901"/>
                    <a:pt x="169" y="18901"/>
                  </a:cubicBezTo>
                  <a:cubicBezTo>
                    <a:pt x="208" y="18901"/>
                    <a:pt x="247" y="18886"/>
                    <a:pt x="278" y="18856"/>
                  </a:cubicBezTo>
                  <a:lnTo>
                    <a:pt x="6092" y="13041"/>
                  </a:lnTo>
                  <a:lnTo>
                    <a:pt x="8199" y="13041"/>
                  </a:lnTo>
                  <a:cubicBezTo>
                    <a:pt x="8240" y="13041"/>
                    <a:pt x="8279" y="13025"/>
                    <a:pt x="8307" y="12996"/>
                  </a:cubicBezTo>
                  <a:lnTo>
                    <a:pt x="11853" y="9451"/>
                  </a:lnTo>
                  <a:cubicBezTo>
                    <a:pt x="11881" y="9421"/>
                    <a:pt x="11898" y="9382"/>
                    <a:pt x="11898" y="9342"/>
                  </a:cubicBezTo>
                  <a:lnTo>
                    <a:pt x="11898" y="4993"/>
                  </a:lnTo>
                  <a:lnTo>
                    <a:pt x="14015" y="2876"/>
                  </a:lnTo>
                  <a:lnTo>
                    <a:pt x="24694" y="2876"/>
                  </a:lnTo>
                  <a:cubicBezTo>
                    <a:pt x="24735" y="2876"/>
                    <a:pt x="24774" y="2860"/>
                    <a:pt x="24802" y="2831"/>
                  </a:cubicBezTo>
                  <a:lnTo>
                    <a:pt x="25474" y="2160"/>
                  </a:lnTo>
                  <a:cubicBezTo>
                    <a:pt x="25693" y="2354"/>
                    <a:pt x="25976" y="2475"/>
                    <a:pt x="26291" y="2475"/>
                  </a:cubicBezTo>
                  <a:cubicBezTo>
                    <a:pt x="26974" y="2475"/>
                    <a:pt x="27527" y="1920"/>
                    <a:pt x="27527" y="1237"/>
                  </a:cubicBezTo>
                  <a:cubicBezTo>
                    <a:pt x="27527" y="555"/>
                    <a:pt x="26974" y="0"/>
                    <a:pt x="26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2">
              <a:extLst>
                <a:ext uri="{FF2B5EF4-FFF2-40B4-BE49-F238E27FC236}">
                  <a16:creationId xmlns:a16="http://schemas.microsoft.com/office/drawing/2014/main" id="{C36EDD12-BCEF-060F-FA00-1A0A3F878873}"/>
                </a:ext>
              </a:extLst>
            </p:cNvPr>
            <p:cNvSpPr/>
            <p:nvPr/>
          </p:nvSpPr>
          <p:spPr>
            <a:xfrm flipH="1">
              <a:off x="7155899" y="4123198"/>
              <a:ext cx="60970" cy="61031"/>
            </a:xfrm>
            <a:custGeom>
              <a:avLst/>
              <a:gdLst/>
              <a:ahLst/>
              <a:cxnLst/>
              <a:rect l="l" t="t" r="r" b="b"/>
              <a:pathLst>
                <a:path w="1042" h="1043" extrusionOk="0">
                  <a:moveTo>
                    <a:pt x="522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2">
              <a:extLst>
                <a:ext uri="{FF2B5EF4-FFF2-40B4-BE49-F238E27FC236}">
                  <a16:creationId xmlns:a16="http://schemas.microsoft.com/office/drawing/2014/main" id="{A289334C-F747-CAFB-AE2F-909B325C4A76}"/>
                </a:ext>
              </a:extLst>
            </p:cNvPr>
            <p:cNvSpPr/>
            <p:nvPr/>
          </p:nvSpPr>
          <p:spPr>
            <a:xfrm flipH="1">
              <a:off x="7658547" y="4332212"/>
              <a:ext cx="592088" cy="855138"/>
            </a:xfrm>
            <a:custGeom>
              <a:avLst/>
              <a:gdLst/>
              <a:ahLst/>
              <a:cxnLst/>
              <a:rect l="l" t="t" r="r" b="b"/>
              <a:pathLst>
                <a:path w="10119" h="14614" extrusionOk="0">
                  <a:moveTo>
                    <a:pt x="8882" y="0"/>
                  </a:moveTo>
                  <a:cubicBezTo>
                    <a:pt x="8198" y="0"/>
                    <a:pt x="7644" y="554"/>
                    <a:pt x="7644" y="1237"/>
                  </a:cubicBezTo>
                  <a:cubicBezTo>
                    <a:pt x="7644" y="1613"/>
                    <a:pt x="7815" y="1945"/>
                    <a:pt x="8079" y="2172"/>
                  </a:cubicBezTo>
                  <a:lnTo>
                    <a:pt x="6536" y="3716"/>
                  </a:lnTo>
                  <a:cubicBezTo>
                    <a:pt x="6507" y="3744"/>
                    <a:pt x="6491" y="3783"/>
                    <a:pt x="6491" y="3825"/>
                  </a:cubicBezTo>
                  <a:lnTo>
                    <a:pt x="6491" y="6474"/>
                  </a:lnTo>
                  <a:lnTo>
                    <a:pt x="3099" y="9864"/>
                  </a:lnTo>
                  <a:cubicBezTo>
                    <a:pt x="3071" y="9894"/>
                    <a:pt x="3055" y="9933"/>
                    <a:pt x="3055" y="9973"/>
                  </a:cubicBezTo>
                  <a:lnTo>
                    <a:pt x="3055" y="11357"/>
                  </a:lnTo>
                  <a:lnTo>
                    <a:pt x="61" y="14351"/>
                  </a:lnTo>
                  <a:cubicBezTo>
                    <a:pt x="1" y="14411"/>
                    <a:pt x="1" y="14508"/>
                    <a:pt x="61" y="14568"/>
                  </a:cubicBezTo>
                  <a:cubicBezTo>
                    <a:pt x="91" y="14598"/>
                    <a:pt x="130" y="14613"/>
                    <a:pt x="170" y="14613"/>
                  </a:cubicBezTo>
                  <a:cubicBezTo>
                    <a:pt x="209" y="14613"/>
                    <a:pt x="248" y="14598"/>
                    <a:pt x="279" y="14568"/>
                  </a:cubicBezTo>
                  <a:lnTo>
                    <a:pt x="3317" y="11530"/>
                  </a:lnTo>
                  <a:cubicBezTo>
                    <a:pt x="3345" y="11501"/>
                    <a:pt x="3362" y="11462"/>
                    <a:pt x="3362" y="11421"/>
                  </a:cubicBezTo>
                  <a:lnTo>
                    <a:pt x="3362" y="10037"/>
                  </a:lnTo>
                  <a:lnTo>
                    <a:pt x="6754" y="6646"/>
                  </a:lnTo>
                  <a:cubicBezTo>
                    <a:pt x="6782" y="6617"/>
                    <a:pt x="6799" y="6578"/>
                    <a:pt x="6799" y="6538"/>
                  </a:cubicBezTo>
                  <a:lnTo>
                    <a:pt x="6799" y="3888"/>
                  </a:lnTo>
                  <a:lnTo>
                    <a:pt x="8341" y="2346"/>
                  </a:lnTo>
                  <a:cubicBezTo>
                    <a:pt x="8504" y="2425"/>
                    <a:pt x="8686" y="2475"/>
                    <a:pt x="8882" y="2475"/>
                  </a:cubicBezTo>
                  <a:cubicBezTo>
                    <a:pt x="9565" y="2475"/>
                    <a:pt x="10118" y="1920"/>
                    <a:pt x="10118" y="1237"/>
                  </a:cubicBezTo>
                  <a:cubicBezTo>
                    <a:pt x="10118" y="554"/>
                    <a:pt x="9565" y="0"/>
                    <a:pt x="8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2">
              <a:extLst>
                <a:ext uri="{FF2B5EF4-FFF2-40B4-BE49-F238E27FC236}">
                  <a16:creationId xmlns:a16="http://schemas.microsoft.com/office/drawing/2014/main" id="{45B54A3D-85E8-872C-25CB-0674A98D384C}"/>
                </a:ext>
              </a:extLst>
            </p:cNvPr>
            <p:cNvSpPr/>
            <p:nvPr/>
          </p:nvSpPr>
          <p:spPr>
            <a:xfrm flipH="1">
              <a:off x="7700488" y="4374050"/>
              <a:ext cx="60970" cy="61090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0"/>
                  </a:moveTo>
                  <a:cubicBezTo>
                    <a:pt x="233" y="0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5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2">
              <a:extLst>
                <a:ext uri="{FF2B5EF4-FFF2-40B4-BE49-F238E27FC236}">
                  <a16:creationId xmlns:a16="http://schemas.microsoft.com/office/drawing/2014/main" id="{C7D4377B-3FD3-40FB-0695-BAFAAC0064A7}"/>
                </a:ext>
              </a:extLst>
            </p:cNvPr>
            <p:cNvSpPr/>
            <p:nvPr/>
          </p:nvSpPr>
          <p:spPr>
            <a:xfrm flipH="1">
              <a:off x="7352686" y="4362639"/>
              <a:ext cx="257865" cy="824710"/>
            </a:xfrm>
            <a:custGeom>
              <a:avLst/>
              <a:gdLst/>
              <a:ahLst/>
              <a:cxnLst/>
              <a:rect l="l" t="t" r="r" b="b"/>
              <a:pathLst>
                <a:path w="4407" h="14094" extrusionOk="0">
                  <a:moveTo>
                    <a:pt x="3169" y="0"/>
                  </a:moveTo>
                  <a:cubicBezTo>
                    <a:pt x="3169" y="0"/>
                    <a:pt x="3169" y="0"/>
                    <a:pt x="3170" y="0"/>
                  </a:cubicBezTo>
                  <a:lnTo>
                    <a:pt x="3170" y="0"/>
                  </a:lnTo>
                  <a:cubicBezTo>
                    <a:pt x="3170" y="0"/>
                    <a:pt x="3170" y="0"/>
                    <a:pt x="3170" y="0"/>
                  </a:cubicBezTo>
                  <a:close/>
                  <a:moveTo>
                    <a:pt x="3170" y="0"/>
                  </a:moveTo>
                  <a:cubicBezTo>
                    <a:pt x="2486" y="1"/>
                    <a:pt x="1932" y="555"/>
                    <a:pt x="1932" y="1238"/>
                  </a:cubicBezTo>
                  <a:cubicBezTo>
                    <a:pt x="1932" y="1522"/>
                    <a:pt x="2032" y="1781"/>
                    <a:pt x="2192" y="1989"/>
                  </a:cubicBezTo>
                  <a:lnTo>
                    <a:pt x="46" y="4136"/>
                  </a:lnTo>
                  <a:cubicBezTo>
                    <a:pt x="17" y="4165"/>
                    <a:pt x="1" y="4204"/>
                    <a:pt x="1" y="4244"/>
                  </a:cubicBezTo>
                  <a:lnTo>
                    <a:pt x="1" y="13940"/>
                  </a:lnTo>
                  <a:cubicBezTo>
                    <a:pt x="1" y="14023"/>
                    <a:pt x="69" y="14093"/>
                    <a:pt x="154" y="14093"/>
                  </a:cubicBezTo>
                  <a:cubicBezTo>
                    <a:pt x="239" y="14093"/>
                    <a:pt x="308" y="14023"/>
                    <a:pt x="308" y="13940"/>
                  </a:cubicBezTo>
                  <a:lnTo>
                    <a:pt x="308" y="4308"/>
                  </a:lnTo>
                  <a:lnTo>
                    <a:pt x="2409" y="2208"/>
                  </a:lnTo>
                  <a:cubicBezTo>
                    <a:pt x="2619" y="2373"/>
                    <a:pt x="2882" y="2475"/>
                    <a:pt x="3169" y="2475"/>
                  </a:cubicBezTo>
                  <a:cubicBezTo>
                    <a:pt x="3852" y="2475"/>
                    <a:pt x="4407" y="1921"/>
                    <a:pt x="4407" y="1238"/>
                  </a:cubicBezTo>
                  <a:cubicBezTo>
                    <a:pt x="4407" y="555"/>
                    <a:pt x="3854" y="1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2">
              <a:extLst>
                <a:ext uri="{FF2B5EF4-FFF2-40B4-BE49-F238E27FC236}">
                  <a16:creationId xmlns:a16="http://schemas.microsoft.com/office/drawing/2014/main" id="{DA9152AD-545A-DCF8-7F79-80CE70DD9E91}"/>
                </a:ext>
              </a:extLst>
            </p:cNvPr>
            <p:cNvSpPr/>
            <p:nvPr/>
          </p:nvSpPr>
          <p:spPr>
            <a:xfrm flipH="1">
              <a:off x="7394577" y="4404536"/>
              <a:ext cx="61029" cy="61090"/>
            </a:xfrm>
            <a:custGeom>
              <a:avLst/>
              <a:gdLst/>
              <a:ahLst/>
              <a:cxnLst/>
              <a:rect l="l" t="t" r="r" b="b"/>
              <a:pathLst>
                <a:path w="1043" h="1044" extrusionOk="0">
                  <a:moveTo>
                    <a:pt x="522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2">
              <a:extLst>
                <a:ext uri="{FF2B5EF4-FFF2-40B4-BE49-F238E27FC236}">
                  <a16:creationId xmlns:a16="http://schemas.microsoft.com/office/drawing/2014/main" id="{E0430A4C-C586-EE5B-9517-9BA1291795C1}"/>
                </a:ext>
              </a:extLst>
            </p:cNvPr>
            <p:cNvSpPr/>
            <p:nvPr/>
          </p:nvSpPr>
          <p:spPr>
            <a:xfrm flipH="1">
              <a:off x="7011085" y="4322674"/>
              <a:ext cx="383549" cy="864676"/>
            </a:xfrm>
            <a:custGeom>
              <a:avLst/>
              <a:gdLst/>
              <a:ahLst/>
              <a:cxnLst/>
              <a:rect l="l" t="t" r="r" b="b"/>
              <a:pathLst>
                <a:path w="6555" h="14777" extrusionOk="0">
                  <a:moveTo>
                    <a:pt x="5318" y="0"/>
                  </a:moveTo>
                  <a:lnTo>
                    <a:pt x="5318" y="1"/>
                  </a:lnTo>
                  <a:cubicBezTo>
                    <a:pt x="4634" y="1"/>
                    <a:pt x="4080" y="555"/>
                    <a:pt x="4080" y="1238"/>
                  </a:cubicBezTo>
                  <a:cubicBezTo>
                    <a:pt x="4080" y="1499"/>
                    <a:pt x="4162" y="1740"/>
                    <a:pt x="4300" y="1939"/>
                  </a:cubicBezTo>
                  <a:lnTo>
                    <a:pt x="2650" y="3589"/>
                  </a:lnTo>
                  <a:cubicBezTo>
                    <a:pt x="2621" y="3618"/>
                    <a:pt x="2605" y="3657"/>
                    <a:pt x="2605" y="3698"/>
                  </a:cubicBezTo>
                  <a:lnTo>
                    <a:pt x="2605" y="9205"/>
                  </a:lnTo>
                  <a:lnTo>
                    <a:pt x="45" y="11764"/>
                  </a:lnTo>
                  <a:cubicBezTo>
                    <a:pt x="17" y="11792"/>
                    <a:pt x="0" y="11831"/>
                    <a:pt x="0" y="11873"/>
                  </a:cubicBezTo>
                  <a:lnTo>
                    <a:pt x="0" y="14623"/>
                  </a:lnTo>
                  <a:cubicBezTo>
                    <a:pt x="0" y="14706"/>
                    <a:pt x="69" y="14776"/>
                    <a:pt x="154" y="14776"/>
                  </a:cubicBezTo>
                  <a:cubicBezTo>
                    <a:pt x="239" y="14776"/>
                    <a:pt x="308" y="14706"/>
                    <a:pt x="308" y="14623"/>
                  </a:cubicBezTo>
                  <a:lnTo>
                    <a:pt x="308" y="11937"/>
                  </a:lnTo>
                  <a:lnTo>
                    <a:pt x="2867" y="9377"/>
                  </a:lnTo>
                  <a:cubicBezTo>
                    <a:pt x="2897" y="9348"/>
                    <a:pt x="2912" y="9309"/>
                    <a:pt x="2912" y="9268"/>
                  </a:cubicBezTo>
                  <a:lnTo>
                    <a:pt x="2912" y="3762"/>
                  </a:lnTo>
                  <a:lnTo>
                    <a:pt x="4507" y="2166"/>
                  </a:lnTo>
                  <a:cubicBezTo>
                    <a:pt x="4724" y="2356"/>
                    <a:pt x="5006" y="2476"/>
                    <a:pt x="5318" y="2476"/>
                  </a:cubicBezTo>
                  <a:cubicBezTo>
                    <a:pt x="6001" y="2476"/>
                    <a:pt x="6554" y="1921"/>
                    <a:pt x="6554" y="1238"/>
                  </a:cubicBezTo>
                  <a:cubicBezTo>
                    <a:pt x="6554" y="555"/>
                    <a:pt x="6001" y="0"/>
                    <a:pt x="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2">
              <a:extLst>
                <a:ext uri="{FF2B5EF4-FFF2-40B4-BE49-F238E27FC236}">
                  <a16:creationId xmlns:a16="http://schemas.microsoft.com/office/drawing/2014/main" id="{09AC47A0-3EDD-5F70-D36F-59E6E23E70E4}"/>
                </a:ext>
              </a:extLst>
            </p:cNvPr>
            <p:cNvSpPr/>
            <p:nvPr/>
          </p:nvSpPr>
          <p:spPr>
            <a:xfrm flipH="1">
              <a:off x="7052914" y="4364570"/>
              <a:ext cx="61087" cy="61090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10"/>
                    <a:pt x="234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2">
              <a:extLst>
                <a:ext uri="{FF2B5EF4-FFF2-40B4-BE49-F238E27FC236}">
                  <a16:creationId xmlns:a16="http://schemas.microsoft.com/office/drawing/2014/main" id="{97A39B1A-A3F0-94EF-1DB8-84455BE658AA}"/>
                </a:ext>
              </a:extLst>
            </p:cNvPr>
            <p:cNvSpPr/>
            <p:nvPr/>
          </p:nvSpPr>
          <p:spPr>
            <a:xfrm flipH="1">
              <a:off x="6980641" y="3894874"/>
              <a:ext cx="2065784" cy="1292479"/>
            </a:xfrm>
            <a:custGeom>
              <a:avLst/>
              <a:gdLst/>
              <a:ahLst/>
              <a:cxnLst/>
              <a:rect l="l" t="t" r="r" b="b"/>
              <a:pathLst>
                <a:path w="35305" h="22088" extrusionOk="0">
                  <a:moveTo>
                    <a:pt x="34068" y="0"/>
                  </a:moveTo>
                  <a:lnTo>
                    <a:pt x="34068" y="2"/>
                  </a:lnTo>
                  <a:cubicBezTo>
                    <a:pt x="33417" y="2"/>
                    <a:pt x="32889" y="505"/>
                    <a:pt x="32840" y="1142"/>
                  </a:cubicBezTo>
                  <a:lnTo>
                    <a:pt x="30174" y="1142"/>
                  </a:lnTo>
                  <a:cubicBezTo>
                    <a:pt x="30133" y="1142"/>
                    <a:pt x="30094" y="1159"/>
                    <a:pt x="30065" y="1187"/>
                  </a:cubicBezTo>
                  <a:lnTo>
                    <a:pt x="28175" y="3078"/>
                  </a:lnTo>
                  <a:lnTo>
                    <a:pt x="23925" y="3078"/>
                  </a:lnTo>
                  <a:lnTo>
                    <a:pt x="22560" y="1712"/>
                  </a:lnTo>
                  <a:cubicBezTo>
                    <a:pt x="22531" y="1684"/>
                    <a:pt x="22492" y="1667"/>
                    <a:pt x="22451" y="1667"/>
                  </a:cubicBezTo>
                  <a:lnTo>
                    <a:pt x="18617" y="1667"/>
                  </a:lnTo>
                  <a:cubicBezTo>
                    <a:pt x="18576" y="1667"/>
                    <a:pt x="18537" y="1684"/>
                    <a:pt x="18508" y="1712"/>
                  </a:cubicBezTo>
                  <a:lnTo>
                    <a:pt x="15949" y="4272"/>
                  </a:lnTo>
                  <a:lnTo>
                    <a:pt x="13335" y="4272"/>
                  </a:lnTo>
                  <a:cubicBezTo>
                    <a:pt x="13295" y="4272"/>
                    <a:pt x="13256" y="4288"/>
                    <a:pt x="13226" y="4317"/>
                  </a:cubicBezTo>
                  <a:lnTo>
                    <a:pt x="11853" y="5692"/>
                  </a:lnTo>
                  <a:cubicBezTo>
                    <a:pt x="11823" y="5720"/>
                    <a:pt x="11806" y="5759"/>
                    <a:pt x="11806" y="5800"/>
                  </a:cubicBezTo>
                  <a:lnTo>
                    <a:pt x="11806" y="10077"/>
                  </a:lnTo>
                  <a:lnTo>
                    <a:pt x="60" y="21825"/>
                  </a:lnTo>
                  <a:cubicBezTo>
                    <a:pt x="0" y="21884"/>
                    <a:pt x="0" y="21982"/>
                    <a:pt x="60" y="22041"/>
                  </a:cubicBezTo>
                  <a:cubicBezTo>
                    <a:pt x="90" y="22072"/>
                    <a:pt x="129" y="22087"/>
                    <a:pt x="169" y="22087"/>
                  </a:cubicBezTo>
                  <a:cubicBezTo>
                    <a:pt x="208" y="22087"/>
                    <a:pt x="247" y="22072"/>
                    <a:pt x="278" y="22041"/>
                  </a:cubicBezTo>
                  <a:lnTo>
                    <a:pt x="12070" y="10249"/>
                  </a:lnTo>
                  <a:cubicBezTo>
                    <a:pt x="12098" y="10220"/>
                    <a:pt x="12115" y="10181"/>
                    <a:pt x="12115" y="10140"/>
                  </a:cubicBezTo>
                  <a:lnTo>
                    <a:pt x="12115" y="5864"/>
                  </a:lnTo>
                  <a:lnTo>
                    <a:pt x="13399" y="4579"/>
                  </a:lnTo>
                  <a:lnTo>
                    <a:pt x="16013" y="4579"/>
                  </a:lnTo>
                  <a:cubicBezTo>
                    <a:pt x="16053" y="4579"/>
                    <a:pt x="16092" y="4563"/>
                    <a:pt x="16121" y="4534"/>
                  </a:cubicBezTo>
                  <a:lnTo>
                    <a:pt x="18681" y="1975"/>
                  </a:lnTo>
                  <a:lnTo>
                    <a:pt x="22387" y="1975"/>
                  </a:lnTo>
                  <a:lnTo>
                    <a:pt x="23754" y="3340"/>
                  </a:lnTo>
                  <a:cubicBezTo>
                    <a:pt x="23782" y="3369"/>
                    <a:pt x="23821" y="3385"/>
                    <a:pt x="23862" y="3385"/>
                  </a:cubicBezTo>
                  <a:lnTo>
                    <a:pt x="28239" y="3385"/>
                  </a:lnTo>
                  <a:cubicBezTo>
                    <a:pt x="28280" y="3385"/>
                    <a:pt x="28319" y="3369"/>
                    <a:pt x="28347" y="3340"/>
                  </a:cubicBezTo>
                  <a:lnTo>
                    <a:pt x="30238" y="1450"/>
                  </a:lnTo>
                  <a:lnTo>
                    <a:pt x="32852" y="1450"/>
                  </a:lnTo>
                  <a:cubicBezTo>
                    <a:pt x="32952" y="2031"/>
                    <a:pt x="33457" y="2476"/>
                    <a:pt x="34068" y="2476"/>
                  </a:cubicBezTo>
                  <a:cubicBezTo>
                    <a:pt x="34751" y="2476"/>
                    <a:pt x="35305" y="1922"/>
                    <a:pt x="35305" y="1238"/>
                  </a:cubicBezTo>
                  <a:cubicBezTo>
                    <a:pt x="35305" y="555"/>
                    <a:pt x="34751" y="0"/>
                    <a:pt x="34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2">
              <a:extLst>
                <a:ext uri="{FF2B5EF4-FFF2-40B4-BE49-F238E27FC236}">
                  <a16:creationId xmlns:a16="http://schemas.microsoft.com/office/drawing/2014/main" id="{9BDDE416-B202-5907-6C04-1BBE4BA2FDD9}"/>
                </a:ext>
              </a:extLst>
            </p:cNvPr>
            <p:cNvSpPr/>
            <p:nvPr/>
          </p:nvSpPr>
          <p:spPr>
            <a:xfrm flipH="1">
              <a:off x="7022487" y="3936888"/>
              <a:ext cx="61029" cy="60973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2">
              <a:extLst>
                <a:ext uri="{FF2B5EF4-FFF2-40B4-BE49-F238E27FC236}">
                  <a16:creationId xmlns:a16="http://schemas.microsoft.com/office/drawing/2014/main" id="{B14F6F86-B462-7E08-368F-B2DBC735876F}"/>
                </a:ext>
              </a:extLst>
            </p:cNvPr>
            <p:cNvSpPr/>
            <p:nvPr/>
          </p:nvSpPr>
          <p:spPr>
            <a:xfrm rot="2576386">
              <a:off x="6242491" y="4224239"/>
              <a:ext cx="548115" cy="1339655"/>
            </a:xfrm>
            <a:custGeom>
              <a:avLst/>
              <a:gdLst/>
              <a:ahLst/>
              <a:cxnLst/>
              <a:rect l="l" t="t" r="r" b="b"/>
              <a:pathLst>
                <a:path w="9367" h="22894" extrusionOk="0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2">
              <a:extLst>
                <a:ext uri="{FF2B5EF4-FFF2-40B4-BE49-F238E27FC236}">
                  <a16:creationId xmlns:a16="http://schemas.microsoft.com/office/drawing/2014/main" id="{D89FCAC7-F1EA-6B3C-E14D-EAC722685D95}"/>
                </a:ext>
              </a:extLst>
            </p:cNvPr>
            <p:cNvSpPr/>
            <p:nvPr/>
          </p:nvSpPr>
          <p:spPr>
            <a:xfrm rot="2576386">
              <a:off x="6773597" y="4315172"/>
              <a:ext cx="61090" cy="60973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2">
              <a:extLst>
                <a:ext uri="{FF2B5EF4-FFF2-40B4-BE49-F238E27FC236}">
                  <a16:creationId xmlns:a16="http://schemas.microsoft.com/office/drawing/2014/main" id="{3744D444-F2A6-0C17-EA31-4774231DF904}"/>
                </a:ext>
              </a:extLst>
            </p:cNvPr>
            <p:cNvSpPr/>
            <p:nvPr/>
          </p:nvSpPr>
          <p:spPr>
            <a:xfrm flipH="1">
              <a:off x="7555726" y="4571946"/>
              <a:ext cx="91631" cy="91752"/>
            </a:xfrm>
            <a:custGeom>
              <a:avLst/>
              <a:gdLst/>
              <a:ahLst/>
              <a:cxnLst/>
              <a:rect l="l" t="t" r="r" b="b"/>
              <a:pathLst>
                <a:path w="1566" h="1568" extrusionOk="0">
                  <a:moveTo>
                    <a:pt x="783" y="1"/>
                  </a:moveTo>
                  <a:cubicBezTo>
                    <a:pt x="351" y="1"/>
                    <a:pt x="1" y="352"/>
                    <a:pt x="1" y="783"/>
                  </a:cubicBezTo>
                  <a:cubicBezTo>
                    <a:pt x="1" y="1216"/>
                    <a:pt x="351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2">
              <a:extLst>
                <a:ext uri="{FF2B5EF4-FFF2-40B4-BE49-F238E27FC236}">
                  <a16:creationId xmlns:a16="http://schemas.microsoft.com/office/drawing/2014/main" id="{C07BC76A-03AF-6571-3DB9-B842CE248004}"/>
                </a:ext>
              </a:extLst>
            </p:cNvPr>
            <p:cNvSpPr/>
            <p:nvPr/>
          </p:nvSpPr>
          <p:spPr>
            <a:xfrm flipH="1">
              <a:off x="7467491" y="4483823"/>
              <a:ext cx="267987" cy="267999"/>
            </a:xfrm>
            <a:custGeom>
              <a:avLst/>
              <a:gdLst/>
              <a:ahLst/>
              <a:cxnLst/>
              <a:rect l="l" t="t" r="r" b="b"/>
              <a:pathLst>
                <a:path w="4580" h="4580" extrusionOk="0">
                  <a:moveTo>
                    <a:pt x="2289" y="154"/>
                  </a:moveTo>
                  <a:cubicBezTo>
                    <a:pt x="3467" y="154"/>
                    <a:pt x="4426" y="1112"/>
                    <a:pt x="4426" y="2289"/>
                  </a:cubicBezTo>
                  <a:cubicBezTo>
                    <a:pt x="4426" y="3468"/>
                    <a:pt x="3467" y="4426"/>
                    <a:pt x="2289" y="4426"/>
                  </a:cubicBezTo>
                  <a:cubicBezTo>
                    <a:pt x="1112" y="4426"/>
                    <a:pt x="154" y="3468"/>
                    <a:pt x="154" y="2289"/>
                  </a:cubicBezTo>
                  <a:cubicBezTo>
                    <a:pt x="154" y="1112"/>
                    <a:pt x="1112" y="154"/>
                    <a:pt x="2289" y="154"/>
                  </a:cubicBezTo>
                  <a:close/>
                  <a:moveTo>
                    <a:pt x="2289" y="1"/>
                  </a:moveTo>
                  <a:cubicBezTo>
                    <a:pt x="1027" y="1"/>
                    <a:pt x="1" y="1028"/>
                    <a:pt x="1" y="2289"/>
                  </a:cubicBezTo>
                  <a:cubicBezTo>
                    <a:pt x="1" y="3552"/>
                    <a:pt x="1027" y="4579"/>
                    <a:pt x="2289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2">
              <a:extLst>
                <a:ext uri="{FF2B5EF4-FFF2-40B4-BE49-F238E27FC236}">
                  <a16:creationId xmlns:a16="http://schemas.microsoft.com/office/drawing/2014/main" id="{D280A769-207A-3FAD-CC22-3C440B2857AE}"/>
                </a:ext>
              </a:extLst>
            </p:cNvPr>
            <p:cNvSpPr/>
            <p:nvPr/>
          </p:nvSpPr>
          <p:spPr>
            <a:xfrm rot="2576386">
              <a:off x="6188745" y="4762327"/>
              <a:ext cx="91635" cy="91694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2">
              <a:extLst>
                <a:ext uri="{FF2B5EF4-FFF2-40B4-BE49-F238E27FC236}">
                  <a16:creationId xmlns:a16="http://schemas.microsoft.com/office/drawing/2014/main" id="{6FFBF227-5715-8A92-4621-E307B964E70F}"/>
                </a:ext>
              </a:extLst>
            </p:cNvPr>
            <p:cNvSpPr/>
            <p:nvPr/>
          </p:nvSpPr>
          <p:spPr>
            <a:xfrm rot="2576386">
              <a:off x="6100556" y="4674205"/>
              <a:ext cx="268001" cy="26794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2">
              <a:extLst>
                <a:ext uri="{FF2B5EF4-FFF2-40B4-BE49-F238E27FC236}">
                  <a16:creationId xmlns:a16="http://schemas.microsoft.com/office/drawing/2014/main" id="{3D0063B6-A0D1-3A93-E0D8-A394E8B68CFF}"/>
                </a:ext>
              </a:extLst>
            </p:cNvPr>
            <p:cNvSpPr/>
            <p:nvPr/>
          </p:nvSpPr>
          <p:spPr>
            <a:xfrm flipH="1">
              <a:off x="7465557" y="4179196"/>
              <a:ext cx="138558" cy="138446"/>
            </a:xfrm>
            <a:custGeom>
              <a:avLst/>
              <a:gdLst/>
              <a:ahLst/>
              <a:cxnLst/>
              <a:rect l="l" t="t" r="r" b="b"/>
              <a:pathLst>
                <a:path w="2368" h="2366" extrusionOk="0">
                  <a:moveTo>
                    <a:pt x="1184" y="154"/>
                  </a:moveTo>
                  <a:cubicBezTo>
                    <a:pt x="1751" y="154"/>
                    <a:pt x="2214" y="615"/>
                    <a:pt x="2214" y="1182"/>
                  </a:cubicBezTo>
                  <a:cubicBezTo>
                    <a:pt x="2214" y="1750"/>
                    <a:pt x="1751" y="2212"/>
                    <a:pt x="1184" y="2212"/>
                  </a:cubicBezTo>
                  <a:cubicBezTo>
                    <a:pt x="617" y="2212"/>
                    <a:pt x="154" y="1750"/>
                    <a:pt x="154" y="1182"/>
                  </a:cubicBezTo>
                  <a:cubicBezTo>
                    <a:pt x="154" y="615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0"/>
                    <a:pt x="1" y="1182"/>
                  </a:cubicBezTo>
                  <a:cubicBezTo>
                    <a:pt x="1" y="1835"/>
                    <a:pt x="531" y="2366"/>
                    <a:pt x="1184" y="2366"/>
                  </a:cubicBezTo>
                  <a:cubicBezTo>
                    <a:pt x="1837" y="2366"/>
                    <a:pt x="2367" y="1835"/>
                    <a:pt x="2367" y="1182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60044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DB836F07-6CFF-9407-C65F-DAD89C0D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95AA362E-DA7A-1FCC-84B5-142510F4CF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1ACB20A8-DF55-D73C-79BB-C5FF8D2D2A24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FEAED986-F940-4A8E-45F2-A780479C6732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871DAA2D-C605-44EA-DDEE-37A5EBF90655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1EBE218F-5860-BA02-D5ED-B905D758DEBE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556" name="Picture 4" descr="DSLogic Series - DreamSourceLab">
            <a:extLst>
              <a:ext uri="{FF2B5EF4-FFF2-40B4-BE49-F238E27FC236}">
                <a16:creationId xmlns:a16="http://schemas.microsoft.com/office/drawing/2014/main" id="{A096AAD6-3570-C98E-A126-6A54C45EF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03" y="1209269"/>
            <a:ext cx="7223989" cy="379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159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5603217E-0312-BAC6-F0B0-5153E04F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B2BD149B-21D2-AEF9-C852-3BBD6E3A2D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20D8743A-006A-B4C1-93EB-322DEF277A19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0BB45DE9-3C2F-3F9C-BEEA-3C6059C6197E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3974FBD6-BE61-6A43-FA3F-597680EF01A6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64F88039-6BFD-6FBA-BC50-72F5B17A8C42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602" name="Picture 2" descr="DSLogic Plus 400MHz 16Chロジックアナライザ | Lang-ship">
            <a:extLst>
              <a:ext uri="{FF2B5EF4-FFF2-40B4-BE49-F238E27FC236}">
                <a16:creationId xmlns:a16="http://schemas.microsoft.com/office/drawing/2014/main" id="{A05604AE-4227-7D2C-707C-0F1C060A7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209" y="1057960"/>
            <a:ext cx="6757581" cy="395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137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1">
          <a:extLst>
            <a:ext uri="{FF2B5EF4-FFF2-40B4-BE49-F238E27FC236}">
              <a16:creationId xmlns:a16="http://schemas.microsoft.com/office/drawing/2014/main" id="{F097BE8B-57CD-FA44-5F39-DDF4CB7E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3">
            <a:extLst>
              <a:ext uri="{FF2B5EF4-FFF2-40B4-BE49-F238E27FC236}">
                <a16:creationId xmlns:a16="http://schemas.microsoft.com/office/drawing/2014/main" id="{BCD58B0E-151F-7524-F496-1834A1FBA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</a:t>
            </a:r>
            <a:endParaRPr dirty="0"/>
          </a:p>
        </p:txBody>
      </p:sp>
      <p:grpSp>
        <p:nvGrpSpPr>
          <p:cNvPr id="2087" name="Google Shape;2087;p43">
            <a:extLst>
              <a:ext uri="{FF2B5EF4-FFF2-40B4-BE49-F238E27FC236}">
                <a16:creationId xmlns:a16="http://schemas.microsoft.com/office/drawing/2014/main" id="{358269C4-96D5-2C89-1B0E-7C710EA11653}"/>
              </a:ext>
            </a:extLst>
          </p:cNvPr>
          <p:cNvGrpSpPr/>
          <p:nvPr/>
        </p:nvGrpSpPr>
        <p:grpSpPr>
          <a:xfrm>
            <a:off x="8126292" y="4479450"/>
            <a:ext cx="556311" cy="708946"/>
            <a:chOff x="8126292" y="4479450"/>
            <a:chExt cx="556311" cy="708946"/>
          </a:xfrm>
        </p:grpSpPr>
        <p:sp>
          <p:nvSpPr>
            <p:cNvPr id="2088" name="Google Shape;2088;p43">
              <a:extLst>
                <a:ext uri="{FF2B5EF4-FFF2-40B4-BE49-F238E27FC236}">
                  <a16:creationId xmlns:a16="http://schemas.microsoft.com/office/drawing/2014/main" id="{6CCC3872-A1EE-B39D-9CFC-F32AFA1643C3}"/>
                </a:ext>
              </a:extLst>
            </p:cNvPr>
            <p:cNvSpPr/>
            <p:nvPr/>
          </p:nvSpPr>
          <p:spPr>
            <a:xfrm>
              <a:off x="8126292" y="4479450"/>
              <a:ext cx="556311" cy="708946"/>
            </a:xfrm>
            <a:custGeom>
              <a:avLst/>
              <a:gdLst/>
              <a:ahLst/>
              <a:cxnLst/>
              <a:rect l="l" t="t" r="r" b="b"/>
              <a:pathLst>
                <a:path w="12833" h="16354" extrusionOk="0">
                  <a:moveTo>
                    <a:pt x="198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4600"/>
                  </a:lnTo>
                  <a:cubicBezTo>
                    <a:pt x="1" y="4652"/>
                    <a:pt x="21" y="4703"/>
                    <a:pt x="59" y="4740"/>
                  </a:cubicBezTo>
                  <a:lnTo>
                    <a:pt x="2204" y="6887"/>
                  </a:lnTo>
                  <a:cubicBezTo>
                    <a:pt x="2243" y="6925"/>
                    <a:pt x="2293" y="6944"/>
                    <a:pt x="2344" y="6944"/>
                  </a:cubicBezTo>
                  <a:cubicBezTo>
                    <a:pt x="2395" y="6944"/>
                    <a:pt x="2445" y="6925"/>
                    <a:pt x="2484" y="6887"/>
                  </a:cubicBezTo>
                  <a:cubicBezTo>
                    <a:pt x="2561" y="6809"/>
                    <a:pt x="2561" y="6683"/>
                    <a:pt x="2484" y="6607"/>
                  </a:cubicBezTo>
                  <a:lnTo>
                    <a:pt x="397" y="4518"/>
                  </a:lnTo>
                  <a:lnTo>
                    <a:pt x="397" y="395"/>
                  </a:lnTo>
                  <a:lnTo>
                    <a:pt x="5289" y="395"/>
                  </a:lnTo>
                  <a:lnTo>
                    <a:pt x="12436" y="7543"/>
                  </a:lnTo>
                  <a:lnTo>
                    <a:pt x="12436" y="16155"/>
                  </a:lnTo>
                  <a:cubicBezTo>
                    <a:pt x="12436" y="16265"/>
                    <a:pt x="12525" y="16354"/>
                    <a:pt x="12633" y="16354"/>
                  </a:cubicBezTo>
                  <a:lnTo>
                    <a:pt x="12635" y="16354"/>
                  </a:lnTo>
                  <a:cubicBezTo>
                    <a:pt x="12743" y="16354"/>
                    <a:pt x="12832" y="16265"/>
                    <a:pt x="12832" y="16155"/>
                  </a:cubicBezTo>
                  <a:lnTo>
                    <a:pt x="12832" y="7461"/>
                  </a:lnTo>
                  <a:cubicBezTo>
                    <a:pt x="12832" y="7409"/>
                    <a:pt x="12811" y="7358"/>
                    <a:pt x="12774" y="7322"/>
                  </a:cubicBezTo>
                  <a:lnTo>
                    <a:pt x="5511" y="58"/>
                  </a:lnTo>
                  <a:cubicBezTo>
                    <a:pt x="5473" y="21"/>
                    <a:pt x="5423" y="1"/>
                    <a:pt x="5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3">
              <a:extLst>
                <a:ext uri="{FF2B5EF4-FFF2-40B4-BE49-F238E27FC236}">
                  <a16:creationId xmlns:a16="http://schemas.microsoft.com/office/drawing/2014/main" id="{EA51613C-58D5-8159-1EFB-AC1BB96F5D35}"/>
                </a:ext>
              </a:extLst>
            </p:cNvPr>
            <p:cNvSpPr/>
            <p:nvPr/>
          </p:nvSpPr>
          <p:spPr>
            <a:xfrm>
              <a:off x="8167776" y="4700750"/>
              <a:ext cx="138113" cy="138156"/>
            </a:xfrm>
            <a:custGeom>
              <a:avLst/>
              <a:gdLst/>
              <a:ahLst/>
              <a:cxnLst/>
              <a:rect l="l" t="t" r="r" b="b"/>
              <a:pathLst>
                <a:path w="3186" h="3187" extrusionOk="0">
                  <a:moveTo>
                    <a:pt x="1592" y="0"/>
                  </a:moveTo>
                  <a:cubicBezTo>
                    <a:pt x="713" y="0"/>
                    <a:pt x="0" y="713"/>
                    <a:pt x="0" y="1593"/>
                  </a:cubicBezTo>
                  <a:cubicBezTo>
                    <a:pt x="0" y="2473"/>
                    <a:pt x="713" y="3186"/>
                    <a:pt x="1592" y="3186"/>
                  </a:cubicBezTo>
                  <a:cubicBezTo>
                    <a:pt x="2472" y="3186"/>
                    <a:pt x="3186" y="2473"/>
                    <a:pt x="3186" y="1593"/>
                  </a:cubicBezTo>
                  <a:cubicBezTo>
                    <a:pt x="3186" y="713"/>
                    <a:pt x="2472" y="0"/>
                    <a:pt x="1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3">
              <a:extLst>
                <a:ext uri="{FF2B5EF4-FFF2-40B4-BE49-F238E27FC236}">
                  <a16:creationId xmlns:a16="http://schemas.microsoft.com/office/drawing/2014/main" id="{BE6B73F8-781E-5EFD-6483-147511C8641B}"/>
                </a:ext>
              </a:extLst>
            </p:cNvPr>
            <p:cNvSpPr/>
            <p:nvPr/>
          </p:nvSpPr>
          <p:spPr>
            <a:xfrm>
              <a:off x="8207743" y="4740719"/>
              <a:ext cx="58176" cy="58219"/>
            </a:xfrm>
            <a:custGeom>
              <a:avLst/>
              <a:gdLst/>
              <a:ahLst/>
              <a:cxnLst/>
              <a:rect l="l" t="t" r="r" b="b"/>
              <a:pathLst>
                <a:path w="1342" h="1343" extrusionOk="0">
                  <a:moveTo>
                    <a:pt x="670" y="0"/>
                  </a:moveTo>
                  <a:cubicBezTo>
                    <a:pt x="300" y="0"/>
                    <a:pt x="0" y="301"/>
                    <a:pt x="0" y="671"/>
                  </a:cubicBezTo>
                  <a:cubicBezTo>
                    <a:pt x="0" y="1042"/>
                    <a:pt x="300" y="1342"/>
                    <a:pt x="670" y="1342"/>
                  </a:cubicBezTo>
                  <a:cubicBezTo>
                    <a:pt x="1042" y="1342"/>
                    <a:pt x="1342" y="1042"/>
                    <a:pt x="1342" y="671"/>
                  </a:cubicBezTo>
                  <a:cubicBezTo>
                    <a:pt x="1342" y="301"/>
                    <a:pt x="1042" y="0"/>
                    <a:pt x="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626" name="Picture 2" descr="The can2 logic analyzer CAN protocol decoder | Dr. Ken Tindell">
            <a:extLst>
              <a:ext uri="{FF2B5EF4-FFF2-40B4-BE49-F238E27FC236}">
                <a16:creationId xmlns:a16="http://schemas.microsoft.com/office/drawing/2014/main" id="{14F25116-62E2-04DC-1326-2DE5394A4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28" y="1386151"/>
            <a:ext cx="7285861" cy="298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655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7">
          <a:extLst>
            <a:ext uri="{FF2B5EF4-FFF2-40B4-BE49-F238E27FC236}">
              <a16:creationId xmlns:a16="http://schemas.microsoft.com/office/drawing/2014/main" id="{B3101CC4-CA0F-4178-33AC-9BC6F08D6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1" name="Google Shape;2251;p52">
            <a:extLst>
              <a:ext uri="{FF2B5EF4-FFF2-40B4-BE49-F238E27FC236}">
                <a16:creationId xmlns:a16="http://schemas.microsoft.com/office/drawing/2014/main" id="{ABD1F618-EA52-06C0-7831-2DCEB5637901}"/>
              </a:ext>
            </a:extLst>
          </p:cNvPr>
          <p:cNvGrpSpPr/>
          <p:nvPr/>
        </p:nvGrpSpPr>
        <p:grpSpPr>
          <a:xfrm>
            <a:off x="724831" y="-43622"/>
            <a:ext cx="2207482" cy="1748498"/>
            <a:chOff x="724831" y="-43622"/>
            <a:chExt cx="2207482" cy="1748498"/>
          </a:xfrm>
        </p:grpSpPr>
        <p:sp>
          <p:nvSpPr>
            <p:cNvPr id="2252" name="Google Shape;2252;p52">
              <a:extLst>
                <a:ext uri="{FF2B5EF4-FFF2-40B4-BE49-F238E27FC236}">
                  <a16:creationId xmlns:a16="http://schemas.microsoft.com/office/drawing/2014/main" id="{B8F6DEC7-6B41-F96E-EC33-C1F2B4A6C79D}"/>
                </a:ext>
              </a:extLst>
            </p:cNvPr>
            <p:cNvSpPr/>
            <p:nvPr/>
          </p:nvSpPr>
          <p:spPr>
            <a:xfrm rot="5400000">
              <a:off x="2033374" y="-162906"/>
              <a:ext cx="765077" cy="1032799"/>
            </a:xfrm>
            <a:custGeom>
              <a:avLst/>
              <a:gdLst/>
              <a:ahLst/>
              <a:cxnLst/>
              <a:rect l="l" t="t" r="r" b="b"/>
              <a:pathLst>
                <a:path w="15326" h="20689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4"/>
                    <a:pt x="0" y="202"/>
                    <a:pt x="59" y="262"/>
                  </a:cubicBezTo>
                  <a:lnTo>
                    <a:pt x="2055" y="2257"/>
                  </a:lnTo>
                  <a:lnTo>
                    <a:pt x="2055" y="4649"/>
                  </a:lnTo>
                  <a:cubicBezTo>
                    <a:pt x="2055" y="4689"/>
                    <a:pt x="2071" y="4728"/>
                    <a:pt x="2100" y="4756"/>
                  </a:cubicBezTo>
                  <a:lnTo>
                    <a:pt x="7439" y="10096"/>
                  </a:lnTo>
                  <a:cubicBezTo>
                    <a:pt x="7468" y="10125"/>
                    <a:pt x="7507" y="10141"/>
                    <a:pt x="7548" y="10141"/>
                  </a:cubicBezTo>
                  <a:lnTo>
                    <a:pt x="13590" y="10141"/>
                  </a:lnTo>
                  <a:lnTo>
                    <a:pt x="15018" y="11570"/>
                  </a:lnTo>
                  <a:lnTo>
                    <a:pt x="15018" y="14341"/>
                  </a:lnTo>
                  <a:lnTo>
                    <a:pt x="13328" y="16032"/>
                  </a:lnTo>
                  <a:lnTo>
                    <a:pt x="11834" y="16032"/>
                  </a:lnTo>
                  <a:cubicBezTo>
                    <a:pt x="11793" y="16032"/>
                    <a:pt x="11754" y="16048"/>
                    <a:pt x="11725" y="16077"/>
                  </a:cubicBezTo>
                  <a:lnTo>
                    <a:pt x="9898" y="17903"/>
                  </a:lnTo>
                  <a:cubicBezTo>
                    <a:pt x="9870" y="17932"/>
                    <a:pt x="9853" y="17972"/>
                    <a:pt x="9853" y="18012"/>
                  </a:cubicBezTo>
                  <a:lnTo>
                    <a:pt x="9853" y="20535"/>
                  </a:lnTo>
                  <a:cubicBezTo>
                    <a:pt x="9853" y="20619"/>
                    <a:pt x="9922" y="20688"/>
                    <a:pt x="10007" y="20688"/>
                  </a:cubicBezTo>
                  <a:cubicBezTo>
                    <a:pt x="10092" y="20688"/>
                    <a:pt x="10161" y="20620"/>
                    <a:pt x="10161" y="20535"/>
                  </a:cubicBezTo>
                  <a:lnTo>
                    <a:pt x="10161" y="18076"/>
                  </a:lnTo>
                  <a:lnTo>
                    <a:pt x="11897" y="16339"/>
                  </a:lnTo>
                  <a:lnTo>
                    <a:pt x="13392" y="16339"/>
                  </a:lnTo>
                  <a:cubicBezTo>
                    <a:pt x="13432" y="16339"/>
                    <a:pt x="13471" y="16324"/>
                    <a:pt x="13500" y="16294"/>
                  </a:cubicBezTo>
                  <a:lnTo>
                    <a:pt x="15281" y="14514"/>
                  </a:lnTo>
                  <a:cubicBezTo>
                    <a:pt x="15310" y="14484"/>
                    <a:pt x="15326" y="14445"/>
                    <a:pt x="15326" y="14405"/>
                  </a:cubicBezTo>
                  <a:lnTo>
                    <a:pt x="15326" y="11506"/>
                  </a:lnTo>
                  <a:cubicBezTo>
                    <a:pt x="15326" y="11466"/>
                    <a:pt x="15310" y="11427"/>
                    <a:pt x="15281" y="11398"/>
                  </a:cubicBezTo>
                  <a:lnTo>
                    <a:pt x="13762" y="9879"/>
                  </a:lnTo>
                  <a:cubicBezTo>
                    <a:pt x="13733" y="9850"/>
                    <a:pt x="13694" y="9834"/>
                    <a:pt x="13653" y="9834"/>
                  </a:cubicBezTo>
                  <a:lnTo>
                    <a:pt x="7612" y="9834"/>
                  </a:lnTo>
                  <a:lnTo>
                    <a:pt x="2362" y="4585"/>
                  </a:lnTo>
                  <a:lnTo>
                    <a:pt x="2362" y="2193"/>
                  </a:lnTo>
                  <a:cubicBezTo>
                    <a:pt x="2362" y="2153"/>
                    <a:pt x="2345" y="2114"/>
                    <a:pt x="2317" y="2084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52">
              <a:extLst>
                <a:ext uri="{FF2B5EF4-FFF2-40B4-BE49-F238E27FC236}">
                  <a16:creationId xmlns:a16="http://schemas.microsoft.com/office/drawing/2014/main" id="{2ADBA7F2-CC0E-5E6B-4A74-6987319779C8}"/>
                </a:ext>
              </a:extLst>
            </p:cNvPr>
            <p:cNvSpPr/>
            <p:nvPr/>
          </p:nvSpPr>
          <p:spPr>
            <a:xfrm rot="5400000">
              <a:off x="1668247" y="-80837"/>
              <a:ext cx="817044" cy="920628"/>
            </a:xfrm>
            <a:custGeom>
              <a:avLst/>
              <a:gdLst/>
              <a:ahLst/>
              <a:cxnLst/>
              <a:rect l="l" t="t" r="r" b="b"/>
              <a:pathLst>
                <a:path w="16367" h="18442" extrusionOk="0">
                  <a:moveTo>
                    <a:pt x="168" y="0"/>
                  </a:moveTo>
                  <a:cubicBezTo>
                    <a:pt x="129" y="0"/>
                    <a:pt x="89" y="15"/>
                    <a:pt x="59" y="45"/>
                  </a:cubicBezTo>
                  <a:cubicBezTo>
                    <a:pt x="0" y="106"/>
                    <a:pt x="0" y="203"/>
                    <a:pt x="59" y="263"/>
                  </a:cubicBezTo>
                  <a:lnTo>
                    <a:pt x="6175" y="6377"/>
                  </a:lnTo>
                  <a:lnTo>
                    <a:pt x="6175" y="12362"/>
                  </a:lnTo>
                  <a:cubicBezTo>
                    <a:pt x="6175" y="12403"/>
                    <a:pt x="6191" y="12442"/>
                    <a:pt x="6219" y="12471"/>
                  </a:cubicBezTo>
                  <a:lnTo>
                    <a:pt x="9071" y="15323"/>
                  </a:lnTo>
                  <a:cubicBezTo>
                    <a:pt x="9100" y="15351"/>
                    <a:pt x="9139" y="15368"/>
                    <a:pt x="9180" y="15368"/>
                  </a:cubicBezTo>
                  <a:lnTo>
                    <a:pt x="14254" y="15368"/>
                  </a:lnTo>
                  <a:lnTo>
                    <a:pt x="16058" y="17172"/>
                  </a:lnTo>
                  <a:lnTo>
                    <a:pt x="16058" y="18288"/>
                  </a:lnTo>
                  <a:cubicBezTo>
                    <a:pt x="16058" y="18373"/>
                    <a:pt x="16127" y="18441"/>
                    <a:pt x="16211" y="18441"/>
                  </a:cubicBezTo>
                  <a:lnTo>
                    <a:pt x="16212" y="18441"/>
                  </a:lnTo>
                  <a:cubicBezTo>
                    <a:pt x="16296" y="18441"/>
                    <a:pt x="16366" y="18373"/>
                    <a:pt x="16366" y="18288"/>
                  </a:cubicBezTo>
                  <a:lnTo>
                    <a:pt x="16366" y="17108"/>
                  </a:lnTo>
                  <a:cubicBezTo>
                    <a:pt x="16366" y="17068"/>
                    <a:pt x="16350" y="17029"/>
                    <a:pt x="16321" y="16999"/>
                  </a:cubicBezTo>
                  <a:lnTo>
                    <a:pt x="14426" y="15105"/>
                  </a:lnTo>
                  <a:cubicBezTo>
                    <a:pt x="14398" y="15077"/>
                    <a:pt x="14359" y="15060"/>
                    <a:pt x="14317" y="15060"/>
                  </a:cubicBezTo>
                  <a:lnTo>
                    <a:pt x="9243" y="15060"/>
                  </a:lnTo>
                  <a:lnTo>
                    <a:pt x="6482" y="12299"/>
                  </a:lnTo>
                  <a:lnTo>
                    <a:pt x="6482" y="6313"/>
                  </a:lnTo>
                  <a:cubicBezTo>
                    <a:pt x="6482" y="6273"/>
                    <a:pt x="6465" y="6234"/>
                    <a:pt x="6437" y="6206"/>
                  </a:cubicBezTo>
                  <a:lnTo>
                    <a:pt x="277" y="45"/>
                  </a:lnTo>
                  <a:cubicBezTo>
                    <a:pt x="247" y="15"/>
                    <a:pt x="208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52">
              <a:extLst>
                <a:ext uri="{FF2B5EF4-FFF2-40B4-BE49-F238E27FC236}">
                  <a16:creationId xmlns:a16="http://schemas.microsoft.com/office/drawing/2014/main" id="{89104680-7F47-A51B-01EA-BB06BC9B9E6A}"/>
                </a:ext>
              </a:extLst>
            </p:cNvPr>
            <p:cNvSpPr/>
            <p:nvPr/>
          </p:nvSpPr>
          <p:spPr>
            <a:xfrm rot="5400000">
              <a:off x="1355217" y="95955"/>
              <a:ext cx="1128496" cy="873703"/>
            </a:xfrm>
            <a:custGeom>
              <a:avLst/>
              <a:gdLst/>
              <a:ahLst/>
              <a:cxnLst/>
              <a:rect l="l" t="t" r="r" b="b"/>
              <a:pathLst>
                <a:path w="22606" h="17502" extrusionOk="0">
                  <a:moveTo>
                    <a:pt x="170" y="1"/>
                  </a:moveTo>
                  <a:cubicBezTo>
                    <a:pt x="130" y="1"/>
                    <a:pt x="91" y="16"/>
                    <a:pt x="61" y="45"/>
                  </a:cubicBezTo>
                  <a:cubicBezTo>
                    <a:pt x="1" y="106"/>
                    <a:pt x="1" y="204"/>
                    <a:pt x="61" y="263"/>
                  </a:cubicBezTo>
                  <a:lnTo>
                    <a:pt x="3137" y="3339"/>
                  </a:lnTo>
                  <a:lnTo>
                    <a:pt x="3137" y="8169"/>
                  </a:lnTo>
                  <a:cubicBezTo>
                    <a:pt x="3137" y="8209"/>
                    <a:pt x="3154" y="8250"/>
                    <a:pt x="3182" y="8278"/>
                  </a:cubicBezTo>
                  <a:lnTo>
                    <a:pt x="5189" y="10285"/>
                  </a:lnTo>
                  <a:lnTo>
                    <a:pt x="5189" y="13370"/>
                  </a:lnTo>
                  <a:cubicBezTo>
                    <a:pt x="5189" y="13411"/>
                    <a:pt x="5206" y="13450"/>
                    <a:pt x="5234" y="13478"/>
                  </a:cubicBezTo>
                  <a:lnTo>
                    <a:pt x="8536" y="16779"/>
                  </a:lnTo>
                  <a:cubicBezTo>
                    <a:pt x="8564" y="16809"/>
                    <a:pt x="8603" y="16824"/>
                    <a:pt x="8645" y="16824"/>
                  </a:cubicBezTo>
                  <a:lnTo>
                    <a:pt x="16881" y="16824"/>
                  </a:lnTo>
                  <a:lnTo>
                    <a:pt x="17514" y="17456"/>
                  </a:lnTo>
                  <a:cubicBezTo>
                    <a:pt x="17542" y="17485"/>
                    <a:pt x="17581" y="17501"/>
                    <a:pt x="17622" y="17501"/>
                  </a:cubicBezTo>
                  <a:lnTo>
                    <a:pt x="21542" y="17501"/>
                  </a:lnTo>
                  <a:cubicBezTo>
                    <a:pt x="21583" y="17501"/>
                    <a:pt x="21622" y="17485"/>
                    <a:pt x="21651" y="17456"/>
                  </a:cubicBezTo>
                  <a:lnTo>
                    <a:pt x="22545" y="16563"/>
                  </a:lnTo>
                  <a:cubicBezTo>
                    <a:pt x="22605" y="16502"/>
                    <a:pt x="22605" y="16406"/>
                    <a:pt x="22545" y="16345"/>
                  </a:cubicBezTo>
                  <a:cubicBezTo>
                    <a:pt x="22515" y="16315"/>
                    <a:pt x="22475" y="16300"/>
                    <a:pt x="22436" y="16300"/>
                  </a:cubicBezTo>
                  <a:cubicBezTo>
                    <a:pt x="22397" y="16300"/>
                    <a:pt x="22357" y="16315"/>
                    <a:pt x="22327" y="16345"/>
                  </a:cubicBezTo>
                  <a:lnTo>
                    <a:pt x="21479" y="17194"/>
                  </a:lnTo>
                  <a:lnTo>
                    <a:pt x="17685" y="17194"/>
                  </a:lnTo>
                  <a:lnTo>
                    <a:pt x="17054" y="16562"/>
                  </a:lnTo>
                  <a:cubicBezTo>
                    <a:pt x="17025" y="16533"/>
                    <a:pt x="16985" y="16517"/>
                    <a:pt x="16945" y="16517"/>
                  </a:cubicBezTo>
                  <a:lnTo>
                    <a:pt x="8707" y="16517"/>
                  </a:lnTo>
                  <a:lnTo>
                    <a:pt x="5497" y="13306"/>
                  </a:lnTo>
                  <a:lnTo>
                    <a:pt x="5497" y="10222"/>
                  </a:lnTo>
                  <a:cubicBezTo>
                    <a:pt x="5497" y="10181"/>
                    <a:pt x="5481" y="10142"/>
                    <a:pt x="5452" y="10113"/>
                  </a:cubicBezTo>
                  <a:lnTo>
                    <a:pt x="3444" y="8105"/>
                  </a:lnTo>
                  <a:lnTo>
                    <a:pt x="3444" y="3275"/>
                  </a:lnTo>
                  <a:cubicBezTo>
                    <a:pt x="3444" y="3234"/>
                    <a:pt x="3428" y="3195"/>
                    <a:pt x="3399" y="3166"/>
                  </a:cubicBezTo>
                  <a:lnTo>
                    <a:pt x="279" y="45"/>
                  </a:lnTo>
                  <a:cubicBezTo>
                    <a:pt x="248" y="16"/>
                    <a:pt x="209" y="1"/>
                    <a:pt x="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2">
              <a:extLst>
                <a:ext uri="{FF2B5EF4-FFF2-40B4-BE49-F238E27FC236}">
                  <a16:creationId xmlns:a16="http://schemas.microsoft.com/office/drawing/2014/main" id="{4E704B33-3189-EADF-36F7-988C0242D12D}"/>
                </a:ext>
              </a:extLst>
            </p:cNvPr>
            <p:cNvSpPr/>
            <p:nvPr/>
          </p:nvSpPr>
          <p:spPr>
            <a:xfrm rot="5400000">
              <a:off x="695419" y="453659"/>
              <a:ext cx="1143772" cy="214008"/>
            </a:xfrm>
            <a:custGeom>
              <a:avLst/>
              <a:gdLst/>
              <a:ahLst/>
              <a:cxnLst/>
              <a:rect l="l" t="t" r="r" b="b"/>
              <a:pathLst>
                <a:path w="22912" h="4287" extrusionOk="0">
                  <a:moveTo>
                    <a:pt x="169" y="1"/>
                  </a:moveTo>
                  <a:cubicBezTo>
                    <a:pt x="129" y="1"/>
                    <a:pt x="90" y="16"/>
                    <a:pt x="60" y="46"/>
                  </a:cubicBezTo>
                  <a:cubicBezTo>
                    <a:pt x="0" y="105"/>
                    <a:pt x="0" y="203"/>
                    <a:pt x="60" y="263"/>
                  </a:cubicBezTo>
                  <a:lnTo>
                    <a:pt x="1720" y="1923"/>
                  </a:lnTo>
                  <a:cubicBezTo>
                    <a:pt x="1748" y="1952"/>
                    <a:pt x="1789" y="1968"/>
                    <a:pt x="1829" y="1968"/>
                  </a:cubicBezTo>
                  <a:lnTo>
                    <a:pt x="7052" y="1968"/>
                  </a:lnTo>
                  <a:lnTo>
                    <a:pt x="8195" y="3110"/>
                  </a:lnTo>
                  <a:cubicBezTo>
                    <a:pt x="8223" y="3140"/>
                    <a:pt x="8262" y="3156"/>
                    <a:pt x="8304" y="3156"/>
                  </a:cubicBezTo>
                  <a:lnTo>
                    <a:pt x="15072" y="3156"/>
                  </a:lnTo>
                  <a:lnTo>
                    <a:pt x="16157" y="4240"/>
                  </a:lnTo>
                  <a:cubicBezTo>
                    <a:pt x="16185" y="4270"/>
                    <a:pt x="16224" y="4286"/>
                    <a:pt x="16266" y="4286"/>
                  </a:cubicBezTo>
                  <a:lnTo>
                    <a:pt x="20601" y="4286"/>
                  </a:lnTo>
                  <a:lnTo>
                    <a:pt x="20601" y="4285"/>
                  </a:lnTo>
                  <a:cubicBezTo>
                    <a:pt x="20642" y="4285"/>
                    <a:pt x="20681" y="4270"/>
                    <a:pt x="20709" y="4240"/>
                  </a:cubicBezTo>
                  <a:lnTo>
                    <a:pt x="22852" y="2098"/>
                  </a:lnTo>
                  <a:cubicBezTo>
                    <a:pt x="22912" y="2038"/>
                    <a:pt x="22912" y="1941"/>
                    <a:pt x="22852" y="1881"/>
                  </a:cubicBezTo>
                  <a:cubicBezTo>
                    <a:pt x="22821" y="1851"/>
                    <a:pt x="22782" y="1836"/>
                    <a:pt x="22743" y="1836"/>
                  </a:cubicBezTo>
                  <a:cubicBezTo>
                    <a:pt x="22703" y="1836"/>
                    <a:pt x="22664" y="1851"/>
                    <a:pt x="22634" y="1881"/>
                  </a:cubicBezTo>
                  <a:lnTo>
                    <a:pt x="20537" y="3978"/>
                  </a:lnTo>
                  <a:lnTo>
                    <a:pt x="16328" y="3978"/>
                  </a:lnTo>
                  <a:lnTo>
                    <a:pt x="15244" y="2894"/>
                  </a:lnTo>
                  <a:cubicBezTo>
                    <a:pt x="15215" y="2864"/>
                    <a:pt x="15176" y="2848"/>
                    <a:pt x="15135" y="2848"/>
                  </a:cubicBezTo>
                  <a:lnTo>
                    <a:pt x="8366" y="2848"/>
                  </a:lnTo>
                  <a:lnTo>
                    <a:pt x="7224" y="1706"/>
                  </a:lnTo>
                  <a:cubicBezTo>
                    <a:pt x="7195" y="1677"/>
                    <a:pt x="7156" y="1661"/>
                    <a:pt x="7116" y="1661"/>
                  </a:cubicBezTo>
                  <a:lnTo>
                    <a:pt x="1893" y="1661"/>
                  </a:lnTo>
                  <a:lnTo>
                    <a:pt x="278" y="46"/>
                  </a:lnTo>
                  <a:cubicBezTo>
                    <a:pt x="248" y="16"/>
                    <a:pt x="208" y="1"/>
                    <a:pt x="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2">
              <a:extLst>
                <a:ext uri="{FF2B5EF4-FFF2-40B4-BE49-F238E27FC236}">
                  <a16:creationId xmlns:a16="http://schemas.microsoft.com/office/drawing/2014/main" id="{C368DE8D-C6AA-7924-B016-716BA03D9EEA}"/>
                </a:ext>
              </a:extLst>
            </p:cNvPr>
            <p:cNvSpPr/>
            <p:nvPr/>
          </p:nvSpPr>
          <p:spPr>
            <a:xfrm rot="5400000">
              <a:off x="171099" y="727920"/>
              <a:ext cx="1667734" cy="124651"/>
            </a:xfrm>
            <a:custGeom>
              <a:avLst/>
              <a:gdLst/>
              <a:ahLst/>
              <a:cxnLst/>
              <a:rect l="l" t="t" r="r" b="b"/>
              <a:pathLst>
                <a:path w="33408" h="2497" extrusionOk="0">
                  <a:moveTo>
                    <a:pt x="29290" y="1"/>
                  </a:moveTo>
                  <a:cubicBezTo>
                    <a:pt x="29248" y="1"/>
                    <a:pt x="29209" y="16"/>
                    <a:pt x="29181" y="46"/>
                  </a:cubicBezTo>
                  <a:lnTo>
                    <a:pt x="27265" y="1961"/>
                  </a:lnTo>
                  <a:lnTo>
                    <a:pt x="18260" y="1961"/>
                  </a:lnTo>
                  <a:lnTo>
                    <a:pt x="16612" y="314"/>
                  </a:lnTo>
                  <a:cubicBezTo>
                    <a:pt x="16584" y="284"/>
                    <a:pt x="16545" y="269"/>
                    <a:pt x="16503" y="269"/>
                  </a:cubicBezTo>
                  <a:lnTo>
                    <a:pt x="10403" y="269"/>
                  </a:lnTo>
                  <a:cubicBezTo>
                    <a:pt x="10362" y="269"/>
                    <a:pt x="10323" y="284"/>
                    <a:pt x="10294" y="314"/>
                  </a:cubicBezTo>
                  <a:lnTo>
                    <a:pt x="8418" y="2189"/>
                  </a:lnTo>
                  <a:lnTo>
                    <a:pt x="4597" y="2189"/>
                  </a:lnTo>
                  <a:lnTo>
                    <a:pt x="3608" y="1201"/>
                  </a:lnTo>
                  <a:cubicBezTo>
                    <a:pt x="3580" y="1171"/>
                    <a:pt x="3541" y="1154"/>
                    <a:pt x="3499" y="1154"/>
                  </a:cubicBezTo>
                  <a:lnTo>
                    <a:pt x="154" y="1154"/>
                  </a:lnTo>
                  <a:cubicBezTo>
                    <a:pt x="69" y="1154"/>
                    <a:pt x="0" y="1224"/>
                    <a:pt x="0" y="1308"/>
                  </a:cubicBezTo>
                  <a:cubicBezTo>
                    <a:pt x="0" y="1393"/>
                    <a:pt x="69" y="1462"/>
                    <a:pt x="154" y="1462"/>
                  </a:cubicBezTo>
                  <a:lnTo>
                    <a:pt x="3435" y="1462"/>
                  </a:lnTo>
                  <a:lnTo>
                    <a:pt x="4425" y="2451"/>
                  </a:lnTo>
                  <a:cubicBezTo>
                    <a:pt x="4454" y="2481"/>
                    <a:pt x="4493" y="2496"/>
                    <a:pt x="4534" y="2496"/>
                  </a:cubicBezTo>
                  <a:lnTo>
                    <a:pt x="8482" y="2496"/>
                  </a:lnTo>
                  <a:cubicBezTo>
                    <a:pt x="8522" y="2496"/>
                    <a:pt x="8561" y="2481"/>
                    <a:pt x="8591" y="2451"/>
                  </a:cubicBezTo>
                  <a:lnTo>
                    <a:pt x="10466" y="576"/>
                  </a:lnTo>
                  <a:lnTo>
                    <a:pt x="16441" y="576"/>
                  </a:lnTo>
                  <a:lnTo>
                    <a:pt x="18087" y="2223"/>
                  </a:lnTo>
                  <a:cubicBezTo>
                    <a:pt x="18116" y="2253"/>
                    <a:pt x="18156" y="2268"/>
                    <a:pt x="18196" y="2268"/>
                  </a:cubicBezTo>
                  <a:lnTo>
                    <a:pt x="27328" y="2268"/>
                  </a:lnTo>
                  <a:cubicBezTo>
                    <a:pt x="27369" y="2268"/>
                    <a:pt x="27408" y="2253"/>
                    <a:pt x="27437" y="2223"/>
                  </a:cubicBezTo>
                  <a:lnTo>
                    <a:pt x="29352" y="308"/>
                  </a:lnTo>
                  <a:lnTo>
                    <a:pt x="33254" y="308"/>
                  </a:lnTo>
                  <a:cubicBezTo>
                    <a:pt x="33339" y="308"/>
                    <a:pt x="33407" y="238"/>
                    <a:pt x="33407" y="154"/>
                  </a:cubicBezTo>
                  <a:cubicBezTo>
                    <a:pt x="33407" y="69"/>
                    <a:pt x="33339" y="1"/>
                    <a:pt x="33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2">
              <a:extLst>
                <a:ext uri="{FF2B5EF4-FFF2-40B4-BE49-F238E27FC236}">
                  <a16:creationId xmlns:a16="http://schemas.microsoft.com/office/drawing/2014/main" id="{A3C54C5F-8CCB-A388-9BD5-30AFBAC22006}"/>
                </a:ext>
              </a:extLst>
            </p:cNvPr>
            <p:cNvSpPr/>
            <p:nvPr/>
          </p:nvSpPr>
          <p:spPr>
            <a:xfrm rot="5400000">
              <a:off x="1794451" y="760564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2" y="1085"/>
                    <a:pt x="1085" y="842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2">
              <a:extLst>
                <a:ext uri="{FF2B5EF4-FFF2-40B4-BE49-F238E27FC236}">
                  <a16:creationId xmlns:a16="http://schemas.microsoft.com/office/drawing/2014/main" id="{D8C7EA3C-C40D-5031-A931-987ED6C6A714}"/>
                </a:ext>
              </a:extLst>
            </p:cNvPr>
            <p:cNvSpPr/>
            <p:nvPr/>
          </p:nvSpPr>
          <p:spPr>
            <a:xfrm rot="5400000">
              <a:off x="1878968" y="676047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3"/>
                    <a:pt x="244" y="1085"/>
                    <a:pt x="543" y="1085"/>
                  </a:cubicBezTo>
                  <a:cubicBezTo>
                    <a:pt x="842" y="1085"/>
                    <a:pt x="1085" y="843"/>
                    <a:pt x="1085" y="542"/>
                  </a:cubicBezTo>
                  <a:cubicBezTo>
                    <a:pt x="1085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52">
              <a:extLst>
                <a:ext uri="{FF2B5EF4-FFF2-40B4-BE49-F238E27FC236}">
                  <a16:creationId xmlns:a16="http://schemas.microsoft.com/office/drawing/2014/main" id="{73C5A7FD-24B8-76E4-AC7A-725C197BFC3F}"/>
                </a:ext>
              </a:extLst>
            </p:cNvPr>
            <p:cNvSpPr/>
            <p:nvPr/>
          </p:nvSpPr>
          <p:spPr>
            <a:xfrm rot="5400000">
              <a:off x="1965857" y="589208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4" y="842"/>
                    <a:pt x="1084" y="543"/>
                  </a:cubicBezTo>
                  <a:cubicBezTo>
                    <a:pt x="1084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52">
              <a:extLst>
                <a:ext uri="{FF2B5EF4-FFF2-40B4-BE49-F238E27FC236}">
                  <a16:creationId xmlns:a16="http://schemas.microsoft.com/office/drawing/2014/main" id="{7BC06236-D4F7-6C5F-CFA4-54212627ABE8}"/>
                </a:ext>
              </a:extLst>
            </p:cNvPr>
            <p:cNvSpPr/>
            <p:nvPr/>
          </p:nvSpPr>
          <p:spPr>
            <a:xfrm rot="5400000">
              <a:off x="724831" y="674899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0" y="243"/>
                    <a:pt x="0" y="543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52">
              <a:extLst>
                <a:ext uri="{FF2B5EF4-FFF2-40B4-BE49-F238E27FC236}">
                  <a16:creationId xmlns:a16="http://schemas.microsoft.com/office/drawing/2014/main" id="{29CB170A-9C22-3C35-188E-FB7569BCB2A3}"/>
                </a:ext>
              </a:extLst>
            </p:cNvPr>
            <p:cNvSpPr/>
            <p:nvPr/>
          </p:nvSpPr>
          <p:spPr>
            <a:xfrm rot="5400000">
              <a:off x="809373" y="590407"/>
              <a:ext cx="54113" cy="54163"/>
            </a:xfrm>
            <a:custGeom>
              <a:avLst/>
              <a:gdLst/>
              <a:ahLst/>
              <a:cxnLst/>
              <a:rect l="l" t="t" r="r" b="b"/>
              <a:pathLst>
                <a:path w="1084" h="1085" extrusionOk="0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1" y="1085"/>
                    <a:pt x="1083" y="842"/>
                    <a:pt x="1083" y="543"/>
                  </a:cubicBezTo>
                  <a:cubicBezTo>
                    <a:pt x="1083" y="244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52">
              <a:extLst>
                <a:ext uri="{FF2B5EF4-FFF2-40B4-BE49-F238E27FC236}">
                  <a16:creationId xmlns:a16="http://schemas.microsoft.com/office/drawing/2014/main" id="{A5B4A723-FFB6-057F-A453-6FF9D8887B11}"/>
                </a:ext>
              </a:extLst>
            </p:cNvPr>
            <p:cNvSpPr/>
            <p:nvPr/>
          </p:nvSpPr>
          <p:spPr>
            <a:xfrm rot="5400000">
              <a:off x="896162" y="503568"/>
              <a:ext cx="54163" cy="54163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0" y="243"/>
                    <a:pt x="0" y="542"/>
                  </a:cubicBezTo>
                  <a:cubicBezTo>
                    <a:pt x="0" y="841"/>
                    <a:pt x="243" y="1085"/>
                    <a:pt x="542" y="1085"/>
                  </a:cubicBezTo>
                  <a:cubicBezTo>
                    <a:pt x="842" y="1085"/>
                    <a:pt x="1084" y="841"/>
                    <a:pt x="1084" y="542"/>
                  </a:cubicBezTo>
                  <a:cubicBezTo>
                    <a:pt x="1084" y="243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52">
              <a:extLst>
                <a:ext uri="{FF2B5EF4-FFF2-40B4-BE49-F238E27FC236}">
                  <a16:creationId xmlns:a16="http://schemas.microsoft.com/office/drawing/2014/main" id="{D0705201-208A-7CCF-1EF1-0C99129758F2}"/>
                </a:ext>
              </a:extLst>
            </p:cNvPr>
            <p:cNvSpPr/>
            <p:nvPr/>
          </p:nvSpPr>
          <p:spPr>
            <a:xfrm rot="5400000">
              <a:off x="1128922" y="974553"/>
              <a:ext cx="78225" cy="78275"/>
            </a:xfrm>
            <a:custGeom>
              <a:avLst/>
              <a:gdLst/>
              <a:ahLst/>
              <a:cxnLst/>
              <a:rect l="l" t="t" r="r" b="b"/>
              <a:pathLst>
                <a:path w="1567" h="1568" extrusionOk="0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52">
              <a:extLst>
                <a:ext uri="{FF2B5EF4-FFF2-40B4-BE49-F238E27FC236}">
                  <a16:creationId xmlns:a16="http://schemas.microsoft.com/office/drawing/2014/main" id="{628491A0-D078-3C29-14B2-79A8E811D1EF}"/>
                </a:ext>
              </a:extLst>
            </p:cNvPr>
            <p:cNvSpPr/>
            <p:nvPr/>
          </p:nvSpPr>
          <p:spPr>
            <a:xfrm rot="5400000">
              <a:off x="1053744" y="899371"/>
              <a:ext cx="228585" cy="228635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2" y="4426"/>
                    <a:pt x="154" y="3468"/>
                    <a:pt x="154" y="2291"/>
                  </a:cubicBezTo>
                  <a:cubicBezTo>
                    <a:pt x="154" y="1112"/>
                    <a:pt x="1112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2"/>
                    <a:pt x="1027" y="4579"/>
                    <a:pt x="2290" y="4579"/>
                  </a:cubicBezTo>
                  <a:cubicBezTo>
                    <a:pt x="3552" y="4579"/>
                    <a:pt x="4579" y="3552"/>
                    <a:pt x="4579" y="2291"/>
                  </a:cubicBezTo>
                  <a:cubicBezTo>
                    <a:pt x="4579" y="1028"/>
                    <a:pt x="3551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2">
              <a:extLst>
                <a:ext uri="{FF2B5EF4-FFF2-40B4-BE49-F238E27FC236}">
                  <a16:creationId xmlns:a16="http://schemas.microsoft.com/office/drawing/2014/main" id="{D0163407-F559-8D9D-BBB7-AAB660E08ADF}"/>
                </a:ext>
              </a:extLst>
            </p:cNvPr>
            <p:cNvSpPr/>
            <p:nvPr/>
          </p:nvSpPr>
          <p:spPr>
            <a:xfrm rot="5400000">
              <a:off x="1857628" y="409291"/>
              <a:ext cx="123602" cy="123552"/>
            </a:xfrm>
            <a:custGeom>
              <a:avLst/>
              <a:gdLst/>
              <a:ahLst/>
              <a:cxnLst/>
              <a:rect l="l" t="t" r="r" b="b"/>
              <a:pathLst>
                <a:path w="2476" h="2475" extrusionOk="0">
                  <a:moveTo>
                    <a:pt x="1238" y="0"/>
                  </a:moveTo>
                  <a:cubicBezTo>
                    <a:pt x="554" y="0"/>
                    <a:pt x="0" y="554"/>
                    <a:pt x="0" y="1237"/>
                  </a:cubicBezTo>
                  <a:cubicBezTo>
                    <a:pt x="0" y="1920"/>
                    <a:pt x="554" y="2475"/>
                    <a:pt x="1238" y="2475"/>
                  </a:cubicBezTo>
                  <a:cubicBezTo>
                    <a:pt x="1921" y="2475"/>
                    <a:pt x="2476" y="1920"/>
                    <a:pt x="2476" y="1237"/>
                  </a:cubicBezTo>
                  <a:cubicBezTo>
                    <a:pt x="2476" y="554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52">
              <a:extLst>
                <a:ext uri="{FF2B5EF4-FFF2-40B4-BE49-F238E27FC236}">
                  <a16:creationId xmlns:a16="http://schemas.microsoft.com/office/drawing/2014/main" id="{5EFE8AF7-60F8-AAAB-30B0-E9B277D9880E}"/>
                </a:ext>
              </a:extLst>
            </p:cNvPr>
            <p:cNvSpPr/>
            <p:nvPr/>
          </p:nvSpPr>
          <p:spPr>
            <a:xfrm rot="5400000">
              <a:off x="1893395" y="445010"/>
              <a:ext cx="52117" cy="52117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5" y="1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52">
              <a:extLst>
                <a:ext uri="{FF2B5EF4-FFF2-40B4-BE49-F238E27FC236}">
                  <a16:creationId xmlns:a16="http://schemas.microsoft.com/office/drawing/2014/main" id="{DA8B9A08-5256-171A-3E5E-AB7D12397C4C}"/>
                </a:ext>
              </a:extLst>
            </p:cNvPr>
            <p:cNvSpPr/>
            <p:nvPr/>
          </p:nvSpPr>
          <p:spPr>
            <a:xfrm rot="5400000">
              <a:off x="1562392" y="718455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7" y="1"/>
                  </a:moveTo>
                  <a:cubicBezTo>
                    <a:pt x="554" y="1"/>
                    <a:pt x="1" y="555"/>
                    <a:pt x="1" y="1239"/>
                  </a:cubicBezTo>
                  <a:cubicBezTo>
                    <a:pt x="1" y="1922"/>
                    <a:pt x="554" y="2475"/>
                    <a:pt x="1237" y="2475"/>
                  </a:cubicBezTo>
                  <a:cubicBezTo>
                    <a:pt x="1922" y="2475"/>
                    <a:pt x="2475" y="1922"/>
                    <a:pt x="2475" y="1239"/>
                  </a:cubicBezTo>
                  <a:cubicBezTo>
                    <a:pt x="2475" y="555"/>
                    <a:pt x="1922" y="1"/>
                    <a:pt x="1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2">
              <a:extLst>
                <a:ext uri="{FF2B5EF4-FFF2-40B4-BE49-F238E27FC236}">
                  <a16:creationId xmlns:a16="http://schemas.microsoft.com/office/drawing/2014/main" id="{74C7DBDB-65C9-ECFD-DC59-5FB52BA43C04}"/>
                </a:ext>
              </a:extLst>
            </p:cNvPr>
            <p:cNvSpPr/>
            <p:nvPr/>
          </p:nvSpPr>
          <p:spPr>
            <a:xfrm rot="5400000">
              <a:off x="1598159" y="754274"/>
              <a:ext cx="52017" cy="52017"/>
            </a:xfrm>
            <a:custGeom>
              <a:avLst/>
              <a:gdLst/>
              <a:ahLst/>
              <a:cxnLst/>
              <a:rect l="l" t="t" r="r" b="b"/>
              <a:pathLst>
                <a:path w="1042" h="1042" extrusionOk="0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2">
              <a:extLst>
                <a:ext uri="{FF2B5EF4-FFF2-40B4-BE49-F238E27FC236}">
                  <a16:creationId xmlns:a16="http://schemas.microsoft.com/office/drawing/2014/main" id="{77D98EBB-673D-5ABC-0154-CD305A1FFF0F}"/>
                </a:ext>
              </a:extLst>
            </p:cNvPr>
            <p:cNvSpPr/>
            <p:nvPr/>
          </p:nvSpPr>
          <p:spPr>
            <a:xfrm rot="5400000">
              <a:off x="1490979" y="1041722"/>
              <a:ext cx="123552" cy="123552"/>
            </a:xfrm>
            <a:custGeom>
              <a:avLst/>
              <a:gdLst/>
              <a:ahLst/>
              <a:cxnLst/>
              <a:rect l="l" t="t" r="r" b="b"/>
              <a:pathLst>
                <a:path w="2475" h="2475" extrusionOk="0">
                  <a:moveTo>
                    <a:pt x="1237" y="0"/>
                  </a:moveTo>
                  <a:cubicBezTo>
                    <a:pt x="554" y="0"/>
                    <a:pt x="0" y="554"/>
                    <a:pt x="0" y="1238"/>
                  </a:cubicBezTo>
                  <a:cubicBezTo>
                    <a:pt x="0" y="1921"/>
                    <a:pt x="554" y="2475"/>
                    <a:pt x="1237" y="2475"/>
                  </a:cubicBezTo>
                  <a:cubicBezTo>
                    <a:pt x="1920" y="2475"/>
                    <a:pt x="2475" y="1921"/>
                    <a:pt x="2475" y="1238"/>
                  </a:cubicBezTo>
                  <a:cubicBezTo>
                    <a:pt x="2475" y="554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2">
              <a:extLst>
                <a:ext uri="{FF2B5EF4-FFF2-40B4-BE49-F238E27FC236}">
                  <a16:creationId xmlns:a16="http://schemas.microsoft.com/office/drawing/2014/main" id="{17E86375-E169-C700-C100-2B66768481BF}"/>
                </a:ext>
              </a:extLst>
            </p:cNvPr>
            <p:cNvSpPr/>
            <p:nvPr/>
          </p:nvSpPr>
          <p:spPr>
            <a:xfrm rot="5400000">
              <a:off x="1526721" y="1077466"/>
              <a:ext cx="52067" cy="52067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2">
              <a:extLst>
                <a:ext uri="{FF2B5EF4-FFF2-40B4-BE49-F238E27FC236}">
                  <a16:creationId xmlns:a16="http://schemas.microsoft.com/office/drawing/2014/main" id="{24DBA765-367C-BD66-ED9D-0412F2D43014}"/>
                </a:ext>
              </a:extLst>
            </p:cNvPr>
            <p:cNvSpPr/>
            <p:nvPr/>
          </p:nvSpPr>
          <p:spPr>
            <a:xfrm rot="5400000">
              <a:off x="1251680" y="1103450"/>
              <a:ext cx="123552" cy="123602"/>
            </a:xfrm>
            <a:custGeom>
              <a:avLst/>
              <a:gdLst/>
              <a:ahLst/>
              <a:cxnLst/>
              <a:rect l="l" t="t" r="r" b="b"/>
              <a:pathLst>
                <a:path w="2475" h="2476" extrusionOk="0">
                  <a:moveTo>
                    <a:pt x="1238" y="1"/>
                  </a:moveTo>
                  <a:cubicBezTo>
                    <a:pt x="554" y="1"/>
                    <a:pt x="0" y="554"/>
                    <a:pt x="0" y="1238"/>
                  </a:cubicBezTo>
                  <a:cubicBezTo>
                    <a:pt x="0" y="1921"/>
                    <a:pt x="554" y="2475"/>
                    <a:pt x="1238" y="2475"/>
                  </a:cubicBezTo>
                  <a:cubicBezTo>
                    <a:pt x="1921" y="2475"/>
                    <a:pt x="2474" y="1921"/>
                    <a:pt x="2474" y="1238"/>
                  </a:cubicBezTo>
                  <a:cubicBezTo>
                    <a:pt x="2474" y="554"/>
                    <a:pt x="1921" y="1"/>
                    <a:pt x="1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52">
              <a:extLst>
                <a:ext uri="{FF2B5EF4-FFF2-40B4-BE49-F238E27FC236}">
                  <a16:creationId xmlns:a16="http://schemas.microsoft.com/office/drawing/2014/main" id="{9DD9AEE8-D7ED-3D7D-E616-1C6773B09B5A}"/>
                </a:ext>
              </a:extLst>
            </p:cNvPr>
            <p:cNvSpPr/>
            <p:nvPr/>
          </p:nvSpPr>
          <p:spPr>
            <a:xfrm rot="5400000">
              <a:off x="1287422" y="1139244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3" y="0"/>
                    <a:pt x="0" y="234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3" y="810"/>
                    <a:pt x="1043" y="522"/>
                  </a:cubicBezTo>
                  <a:cubicBezTo>
                    <a:pt x="1043" y="234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2">
              <a:extLst>
                <a:ext uri="{FF2B5EF4-FFF2-40B4-BE49-F238E27FC236}">
                  <a16:creationId xmlns:a16="http://schemas.microsoft.com/office/drawing/2014/main" id="{6AAA6C5A-C98D-62CB-D6C0-B7B3BEDD7C12}"/>
                </a:ext>
              </a:extLst>
            </p:cNvPr>
            <p:cNvSpPr/>
            <p:nvPr/>
          </p:nvSpPr>
          <p:spPr>
            <a:xfrm rot="5400000">
              <a:off x="995757" y="1581224"/>
              <a:ext cx="123652" cy="123652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239" y="1"/>
                  </a:moveTo>
                  <a:cubicBezTo>
                    <a:pt x="555" y="1"/>
                    <a:pt x="1" y="555"/>
                    <a:pt x="1" y="1238"/>
                  </a:cubicBezTo>
                  <a:cubicBezTo>
                    <a:pt x="1" y="1922"/>
                    <a:pt x="555" y="2476"/>
                    <a:pt x="1239" y="2476"/>
                  </a:cubicBezTo>
                  <a:cubicBezTo>
                    <a:pt x="1922" y="2476"/>
                    <a:pt x="2476" y="1922"/>
                    <a:pt x="2476" y="1238"/>
                  </a:cubicBezTo>
                  <a:cubicBezTo>
                    <a:pt x="2476" y="555"/>
                    <a:pt x="1922" y="1"/>
                    <a:pt x="1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2">
              <a:extLst>
                <a:ext uri="{FF2B5EF4-FFF2-40B4-BE49-F238E27FC236}">
                  <a16:creationId xmlns:a16="http://schemas.microsoft.com/office/drawing/2014/main" id="{79AA86CF-D878-65A0-EC58-F8ED00FC933E}"/>
                </a:ext>
              </a:extLst>
            </p:cNvPr>
            <p:cNvSpPr/>
            <p:nvPr/>
          </p:nvSpPr>
          <p:spPr>
            <a:xfrm rot="5400000">
              <a:off x="1031524" y="1617043"/>
              <a:ext cx="52117" cy="52067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0"/>
                  </a:moveTo>
                  <a:cubicBezTo>
                    <a:pt x="234" y="0"/>
                    <a:pt x="0" y="234"/>
                    <a:pt x="0" y="521"/>
                  </a:cubicBezTo>
                  <a:cubicBezTo>
                    <a:pt x="0" y="809"/>
                    <a:pt x="234" y="1043"/>
                    <a:pt x="522" y="1043"/>
                  </a:cubicBezTo>
                  <a:cubicBezTo>
                    <a:pt x="810" y="1043"/>
                    <a:pt x="1043" y="809"/>
                    <a:pt x="1043" y="521"/>
                  </a:cubicBezTo>
                  <a:cubicBezTo>
                    <a:pt x="1043" y="234"/>
                    <a:pt x="810" y="0"/>
                    <a:pt x="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5" name="Google Shape;2275;p52">
            <a:extLst>
              <a:ext uri="{FF2B5EF4-FFF2-40B4-BE49-F238E27FC236}">
                <a16:creationId xmlns:a16="http://schemas.microsoft.com/office/drawing/2014/main" id="{842DC604-4268-2AC6-A39B-143ECCC5A4EC}"/>
              </a:ext>
            </a:extLst>
          </p:cNvPr>
          <p:cNvGrpSpPr/>
          <p:nvPr/>
        </p:nvGrpSpPr>
        <p:grpSpPr>
          <a:xfrm>
            <a:off x="5859613" y="3894874"/>
            <a:ext cx="3186812" cy="1676249"/>
            <a:chOff x="5859613" y="3894874"/>
            <a:chExt cx="3186812" cy="1676249"/>
          </a:xfrm>
        </p:grpSpPr>
        <p:sp>
          <p:nvSpPr>
            <p:cNvPr id="2276" name="Google Shape;2276;p52">
              <a:extLst>
                <a:ext uri="{FF2B5EF4-FFF2-40B4-BE49-F238E27FC236}">
                  <a16:creationId xmlns:a16="http://schemas.microsoft.com/office/drawing/2014/main" id="{F52F4636-C4F8-89BD-C3FF-94139C66675B}"/>
                </a:ext>
              </a:extLst>
            </p:cNvPr>
            <p:cNvSpPr/>
            <p:nvPr/>
          </p:nvSpPr>
          <p:spPr>
            <a:xfrm flipH="1">
              <a:off x="7113983" y="4081301"/>
              <a:ext cx="1610732" cy="1106051"/>
            </a:xfrm>
            <a:custGeom>
              <a:avLst/>
              <a:gdLst/>
              <a:ahLst/>
              <a:cxnLst/>
              <a:rect l="l" t="t" r="r" b="b"/>
              <a:pathLst>
                <a:path w="27528" h="18902" extrusionOk="0">
                  <a:moveTo>
                    <a:pt x="26291" y="0"/>
                  </a:moveTo>
                  <a:cubicBezTo>
                    <a:pt x="25607" y="0"/>
                    <a:pt x="25053" y="555"/>
                    <a:pt x="25053" y="1238"/>
                  </a:cubicBezTo>
                  <a:cubicBezTo>
                    <a:pt x="25053" y="1496"/>
                    <a:pt x="25132" y="1735"/>
                    <a:pt x="25267" y="1932"/>
                  </a:cubicBezTo>
                  <a:lnTo>
                    <a:pt x="24630" y="2568"/>
                  </a:lnTo>
                  <a:lnTo>
                    <a:pt x="13951" y="2568"/>
                  </a:lnTo>
                  <a:cubicBezTo>
                    <a:pt x="13910" y="2568"/>
                    <a:pt x="13871" y="2585"/>
                    <a:pt x="13842" y="2614"/>
                  </a:cubicBezTo>
                  <a:lnTo>
                    <a:pt x="11635" y="4820"/>
                  </a:lnTo>
                  <a:cubicBezTo>
                    <a:pt x="11607" y="4849"/>
                    <a:pt x="11590" y="4888"/>
                    <a:pt x="11590" y="4929"/>
                  </a:cubicBezTo>
                  <a:lnTo>
                    <a:pt x="11590" y="9278"/>
                  </a:lnTo>
                  <a:lnTo>
                    <a:pt x="8136" y="12734"/>
                  </a:lnTo>
                  <a:lnTo>
                    <a:pt x="6029" y="12734"/>
                  </a:lnTo>
                  <a:cubicBezTo>
                    <a:pt x="5988" y="12734"/>
                    <a:pt x="5949" y="12749"/>
                    <a:pt x="5921" y="12779"/>
                  </a:cubicBezTo>
                  <a:lnTo>
                    <a:pt x="61" y="18639"/>
                  </a:lnTo>
                  <a:cubicBezTo>
                    <a:pt x="0" y="18698"/>
                    <a:pt x="0" y="18796"/>
                    <a:pt x="61" y="18856"/>
                  </a:cubicBezTo>
                  <a:cubicBezTo>
                    <a:pt x="90" y="18886"/>
                    <a:pt x="129" y="18901"/>
                    <a:pt x="169" y="18901"/>
                  </a:cubicBezTo>
                  <a:cubicBezTo>
                    <a:pt x="208" y="18901"/>
                    <a:pt x="247" y="18886"/>
                    <a:pt x="278" y="18856"/>
                  </a:cubicBezTo>
                  <a:lnTo>
                    <a:pt x="6092" y="13041"/>
                  </a:lnTo>
                  <a:lnTo>
                    <a:pt x="8199" y="13041"/>
                  </a:lnTo>
                  <a:cubicBezTo>
                    <a:pt x="8240" y="13041"/>
                    <a:pt x="8279" y="13025"/>
                    <a:pt x="8307" y="12996"/>
                  </a:cubicBezTo>
                  <a:lnTo>
                    <a:pt x="11853" y="9451"/>
                  </a:lnTo>
                  <a:cubicBezTo>
                    <a:pt x="11881" y="9421"/>
                    <a:pt x="11898" y="9382"/>
                    <a:pt x="11898" y="9342"/>
                  </a:cubicBezTo>
                  <a:lnTo>
                    <a:pt x="11898" y="4993"/>
                  </a:lnTo>
                  <a:lnTo>
                    <a:pt x="14015" y="2876"/>
                  </a:lnTo>
                  <a:lnTo>
                    <a:pt x="24694" y="2876"/>
                  </a:lnTo>
                  <a:cubicBezTo>
                    <a:pt x="24735" y="2876"/>
                    <a:pt x="24774" y="2860"/>
                    <a:pt x="24802" y="2831"/>
                  </a:cubicBezTo>
                  <a:lnTo>
                    <a:pt x="25474" y="2160"/>
                  </a:lnTo>
                  <a:cubicBezTo>
                    <a:pt x="25693" y="2354"/>
                    <a:pt x="25976" y="2475"/>
                    <a:pt x="26291" y="2475"/>
                  </a:cubicBezTo>
                  <a:cubicBezTo>
                    <a:pt x="26974" y="2475"/>
                    <a:pt x="27527" y="1920"/>
                    <a:pt x="27527" y="1237"/>
                  </a:cubicBezTo>
                  <a:cubicBezTo>
                    <a:pt x="27527" y="555"/>
                    <a:pt x="26974" y="0"/>
                    <a:pt x="26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2">
              <a:extLst>
                <a:ext uri="{FF2B5EF4-FFF2-40B4-BE49-F238E27FC236}">
                  <a16:creationId xmlns:a16="http://schemas.microsoft.com/office/drawing/2014/main" id="{2D4E06C3-98DD-9A80-2FEE-C82258576584}"/>
                </a:ext>
              </a:extLst>
            </p:cNvPr>
            <p:cNvSpPr/>
            <p:nvPr/>
          </p:nvSpPr>
          <p:spPr>
            <a:xfrm flipH="1">
              <a:off x="7155899" y="4123198"/>
              <a:ext cx="60970" cy="61031"/>
            </a:xfrm>
            <a:custGeom>
              <a:avLst/>
              <a:gdLst/>
              <a:ahLst/>
              <a:cxnLst/>
              <a:rect l="l" t="t" r="r" b="b"/>
              <a:pathLst>
                <a:path w="1042" h="1043" extrusionOk="0">
                  <a:moveTo>
                    <a:pt x="522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2">
              <a:extLst>
                <a:ext uri="{FF2B5EF4-FFF2-40B4-BE49-F238E27FC236}">
                  <a16:creationId xmlns:a16="http://schemas.microsoft.com/office/drawing/2014/main" id="{4DCA10D6-093B-240F-504E-D3BBD440F432}"/>
                </a:ext>
              </a:extLst>
            </p:cNvPr>
            <p:cNvSpPr/>
            <p:nvPr/>
          </p:nvSpPr>
          <p:spPr>
            <a:xfrm flipH="1">
              <a:off x="7658547" y="4332212"/>
              <a:ext cx="592088" cy="855138"/>
            </a:xfrm>
            <a:custGeom>
              <a:avLst/>
              <a:gdLst/>
              <a:ahLst/>
              <a:cxnLst/>
              <a:rect l="l" t="t" r="r" b="b"/>
              <a:pathLst>
                <a:path w="10119" h="14614" extrusionOk="0">
                  <a:moveTo>
                    <a:pt x="8882" y="0"/>
                  </a:moveTo>
                  <a:cubicBezTo>
                    <a:pt x="8198" y="0"/>
                    <a:pt x="7644" y="554"/>
                    <a:pt x="7644" y="1237"/>
                  </a:cubicBezTo>
                  <a:cubicBezTo>
                    <a:pt x="7644" y="1613"/>
                    <a:pt x="7815" y="1945"/>
                    <a:pt x="8079" y="2172"/>
                  </a:cubicBezTo>
                  <a:lnTo>
                    <a:pt x="6536" y="3716"/>
                  </a:lnTo>
                  <a:cubicBezTo>
                    <a:pt x="6507" y="3744"/>
                    <a:pt x="6491" y="3783"/>
                    <a:pt x="6491" y="3825"/>
                  </a:cubicBezTo>
                  <a:lnTo>
                    <a:pt x="6491" y="6474"/>
                  </a:lnTo>
                  <a:lnTo>
                    <a:pt x="3099" y="9864"/>
                  </a:lnTo>
                  <a:cubicBezTo>
                    <a:pt x="3071" y="9894"/>
                    <a:pt x="3055" y="9933"/>
                    <a:pt x="3055" y="9973"/>
                  </a:cubicBezTo>
                  <a:lnTo>
                    <a:pt x="3055" y="11357"/>
                  </a:lnTo>
                  <a:lnTo>
                    <a:pt x="61" y="14351"/>
                  </a:lnTo>
                  <a:cubicBezTo>
                    <a:pt x="1" y="14411"/>
                    <a:pt x="1" y="14508"/>
                    <a:pt x="61" y="14568"/>
                  </a:cubicBezTo>
                  <a:cubicBezTo>
                    <a:pt x="91" y="14598"/>
                    <a:pt x="130" y="14613"/>
                    <a:pt x="170" y="14613"/>
                  </a:cubicBezTo>
                  <a:cubicBezTo>
                    <a:pt x="209" y="14613"/>
                    <a:pt x="248" y="14598"/>
                    <a:pt x="279" y="14568"/>
                  </a:cubicBezTo>
                  <a:lnTo>
                    <a:pt x="3317" y="11530"/>
                  </a:lnTo>
                  <a:cubicBezTo>
                    <a:pt x="3345" y="11501"/>
                    <a:pt x="3362" y="11462"/>
                    <a:pt x="3362" y="11421"/>
                  </a:cubicBezTo>
                  <a:lnTo>
                    <a:pt x="3362" y="10037"/>
                  </a:lnTo>
                  <a:lnTo>
                    <a:pt x="6754" y="6646"/>
                  </a:lnTo>
                  <a:cubicBezTo>
                    <a:pt x="6782" y="6617"/>
                    <a:pt x="6799" y="6578"/>
                    <a:pt x="6799" y="6538"/>
                  </a:cubicBezTo>
                  <a:lnTo>
                    <a:pt x="6799" y="3888"/>
                  </a:lnTo>
                  <a:lnTo>
                    <a:pt x="8341" y="2346"/>
                  </a:lnTo>
                  <a:cubicBezTo>
                    <a:pt x="8504" y="2425"/>
                    <a:pt x="8686" y="2475"/>
                    <a:pt x="8882" y="2475"/>
                  </a:cubicBezTo>
                  <a:cubicBezTo>
                    <a:pt x="9565" y="2475"/>
                    <a:pt x="10118" y="1920"/>
                    <a:pt x="10118" y="1237"/>
                  </a:cubicBezTo>
                  <a:cubicBezTo>
                    <a:pt x="10118" y="554"/>
                    <a:pt x="9565" y="0"/>
                    <a:pt x="8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2">
              <a:extLst>
                <a:ext uri="{FF2B5EF4-FFF2-40B4-BE49-F238E27FC236}">
                  <a16:creationId xmlns:a16="http://schemas.microsoft.com/office/drawing/2014/main" id="{3858EE87-85BA-DA9A-400D-74975F2C676A}"/>
                </a:ext>
              </a:extLst>
            </p:cNvPr>
            <p:cNvSpPr/>
            <p:nvPr/>
          </p:nvSpPr>
          <p:spPr>
            <a:xfrm flipH="1">
              <a:off x="7700488" y="4374050"/>
              <a:ext cx="60970" cy="61090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0"/>
                  </a:moveTo>
                  <a:cubicBezTo>
                    <a:pt x="233" y="0"/>
                    <a:pt x="0" y="235"/>
                    <a:pt x="0" y="522"/>
                  </a:cubicBezTo>
                  <a:cubicBezTo>
                    <a:pt x="0" y="810"/>
                    <a:pt x="233" y="1043"/>
                    <a:pt x="522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5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2">
              <a:extLst>
                <a:ext uri="{FF2B5EF4-FFF2-40B4-BE49-F238E27FC236}">
                  <a16:creationId xmlns:a16="http://schemas.microsoft.com/office/drawing/2014/main" id="{AA17E58E-3001-584D-06BB-EF0936C3D0B0}"/>
                </a:ext>
              </a:extLst>
            </p:cNvPr>
            <p:cNvSpPr/>
            <p:nvPr/>
          </p:nvSpPr>
          <p:spPr>
            <a:xfrm flipH="1">
              <a:off x="7352686" y="4362639"/>
              <a:ext cx="257865" cy="824710"/>
            </a:xfrm>
            <a:custGeom>
              <a:avLst/>
              <a:gdLst/>
              <a:ahLst/>
              <a:cxnLst/>
              <a:rect l="l" t="t" r="r" b="b"/>
              <a:pathLst>
                <a:path w="4407" h="14094" extrusionOk="0">
                  <a:moveTo>
                    <a:pt x="3169" y="0"/>
                  </a:moveTo>
                  <a:cubicBezTo>
                    <a:pt x="3169" y="0"/>
                    <a:pt x="3169" y="0"/>
                    <a:pt x="3170" y="0"/>
                  </a:cubicBezTo>
                  <a:lnTo>
                    <a:pt x="3170" y="0"/>
                  </a:lnTo>
                  <a:cubicBezTo>
                    <a:pt x="3170" y="0"/>
                    <a:pt x="3170" y="0"/>
                    <a:pt x="3170" y="0"/>
                  </a:cubicBezTo>
                  <a:close/>
                  <a:moveTo>
                    <a:pt x="3170" y="0"/>
                  </a:moveTo>
                  <a:cubicBezTo>
                    <a:pt x="2486" y="1"/>
                    <a:pt x="1932" y="555"/>
                    <a:pt x="1932" y="1238"/>
                  </a:cubicBezTo>
                  <a:cubicBezTo>
                    <a:pt x="1932" y="1522"/>
                    <a:pt x="2032" y="1781"/>
                    <a:pt x="2192" y="1989"/>
                  </a:cubicBezTo>
                  <a:lnTo>
                    <a:pt x="46" y="4136"/>
                  </a:lnTo>
                  <a:cubicBezTo>
                    <a:pt x="17" y="4165"/>
                    <a:pt x="1" y="4204"/>
                    <a:pt x="1" y="4244"/>
                  </a:cubicBezTo>
                  <a:lnTo>
                    <a:pt x="1" y="13940"/>
                  </a:lnTo>
                  <a:cubicBezTo>
                    <a:pt x="1" y="14023"/>
                    <a:pt x="69" y="14093"/>
                    <a:pt x="154" y="14093"/>
                  </a:cubicBezTo>
                  <a:cubicBezTo>
                    <a:pt x="239" y="14093"/>
                    <a:pt x="308" y="14023"/>
                    <a:pt x="308" y="13940"/>
                  </a:cubicBezTo>
                  <a:lnTo>
                    <a:pt x="308" y="4308"/>
                  </a:lnTo>
                  <a:lnTo>
                    <a:pt x="2409" y="2208"/>
                  </a:lnTo>
                  <a:cubicBezTo>
                    <a:pt x="2619" y="2373"/>
                    <a:pt x="2882" y="2475"/>
                    <a:pt x="3169" y="2475"/>
                  </a:cubicBezTo>
                  <a:cubicBezTo>
                    <a:pt x="3852" y="2475"/>
                    <a:pt x="4407" y="1921"/>
                    <a:pt x="4407" y="1238"/>
                  </a:cubicBezTo>
                  <a:cubicBezTo>
                    <a:pt x="4407" y="555"/>
                    <a:pt x="3854" y="1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2">
              <a:extLst>
                <a:ext uri="{FF2B5EF4-FFF2-40B4-BE49-F238E27FC236}">
                  <a16:creationId xmlns:a16="http://schemas.microsoft.com/office/drawing/2014/main" id="{5065D4A5-CB6B-5F73-7977-850BEF1B05A7}"/>
                </a:ext>
              </a:extLst>
            </p:cNvPr>
            <p:cNvSpPr/>
            <p:nvPr/>
          </p:nvSpPr>
          <p:spPr>
            <a:xfrm flipH="1">
              <a:off x="7394577" y="4404536"/>
              <a:ext cx="61029" cy="61090"/>
            </a:xfrm>
            <a:custGeom>
              <a:avLst/>
              <a:gdLst/>
              <a:ahLst/>
              <a:cxnLst/>
              <a:rect l="l" t="t" r="r" b="b"/>
              <a:pathLst>
                <a:path w="1043" h="1044" extrusionOk="0">
                  <a:moveTo>
                    <a:pt x="522" y="1"/>
                  </a:moveTo>
                  <a:cubicBezTo>
                    <a:pt x="234" y="1"/>
                    <a:pt x="1" y="234"/>
                    <a:pt x="1" y="522"/>
                  </a:cubicBezTo>
                  <a:cubicBezTo>
                    <a:pt x="1" y="809"/>
                    <a:pt x="234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2">
              <a:extLst>
                <a:ext uri="{FF2B5EF4-FFF2-40B4-BE49-F238E27FC236}">
                  <a16:creationId xmlns:a16="http://schemas.microsoft.com/office/drawing/2014/main" id="{65AD7010-3A05-61EE-9FDA-15C9779C1FC0}"/>
                </a:ext>
              </a:extLst>
            </p:cNvPr>
            <p:cNvSpPr/>
            <p:nvPr/>
          </p:nvSpPr>
          <p:spPr>
            <a:xfrm flipH="1">
              <a:off x="7011085" y="4322674"/>
              <a:ext cx="383549" cy="864676"/>
            </a:xfrm>
            <a:custGeom>
              <a:avLst/>
              <a:gdLst/>
              <a:ahLst/>
              <a:cxnLst/>
              <a:rect l="l" t="t" r="r" b="b"/>
              <a:pathLst>
                <a:path w="6555" h="14777" extrusionOk="0">
                  <a:moveTo>
                    <a:pt x="5318" y="0"/>
                  </a:moveTo>
                  <a:lnTo>
                    <a:pt x="5318" y="1"/>
                  </a:lnTo>
                  <a:cubicBezTo>
                    <a:pt x="4634" y="1"/>
                    <a:pt x="4080" y="555"/>
                    <a:pt x="4080" y="1238"/>
                  </a:cubicBezTo>
                  <a:cubicBezTo>
                    <a:pt x="4080" y="1499"/>
                    <a:pt x="4162" y="1740"/>
                    <a:pt x="4300" y="1939"/>
                  </a:cubicBezTo>
                  <a:lnTo>
                    <a:pt x="2650" y="3589"/>
                  </a:lnTo>
                  <a:cubicBezTo>
                    <a:pt x="2621" y="3618"/>
                    <a:pt x="2605" y="3657"/>
                    <a:pt x="2605" y="3698"/>
                  </a:cubicBezTo>
                  <a:lnTo>
                    <a:pt x="2605" y="9205"/>
                  </a:lnTo>
                  <a:lnTo>
                    <a:pt x="45" y="11764"/>
                  </a:lnTo>
                  <a:cubicBezTo>
                    <a:pt x="17" y="11792"/>
                    <a:pt x="0" y="11831"/>
                    <a:pt x="0" y="11873"/>
                  </a:cubicBezTo>
                  <a:lnTo>
                    <a:pt x="0" y="14623"/>
                  </a:lnTo>
                  <a:cubicBezTo>
                    <a:pt x="0" y="14706"/>
                    <a:pt x="69" y="14776"/>
                    <a:pt x="154" y="14776"/>
                  </a:cubicBezTo>
                  <a:cubicBezTo>
                    <a:pt x="239" y="14776"/>
                    <a:pt x="308" y="14706"/>
                    <a:pt x="308" y="14623"/>
                  </a:cubicBezTo>
                  <a:lnTo>
                    <a:pt x="308" y="11937"/>
                  </a:lnTo>
                  <a:lnTo>
                    <a:pt x="2867" y="9377"/>
                  </a:lnTo>
                  <a:cubicBezTo>
                    <a:pt x="2897" y="9348"/>
                    <a:pt x="2912" y="9309"/>
                    <a:pt x="2912" y="9268"/>
                  </a:cubicBezTo>
                  <a:lnTo>
                    <a:pt x="2912" y="3762"/>
                  </a:lnTo>
                  <a:lnTo>
                    <a:pt x="4507" y="2166"/>
                  </a:lnTo>
                  <a:cubicBezTo>
                    <a:pt x="4724" y="2356"/>
                    <a:pt x="5006" y="2476"/>
                    <a:pt x="5318" y="2476"/>
                  </a:cubicBezTo>
                  <a:cubicBezTo>
                    <a:pt x="6001" y="2476"/>
                    <a:pt x="6554" y="1921"/>
                    <a:pt x="6554" y="1238"/>
                  </a:cubicBezTo>
                  <a:cubicBezTo>
                    <a:pt x="6554" y="555"/>
                    <a:pt x="6001" y="0"/>
                    <a:pt x="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2">
              <a:extLst>
                <a:ext uri="{FF2B5EF4-FFF2-40B4-BE49-F238E27FC236}">
                  <a16:creationId xmlns:a16="http://schemas.microsoft.com/office/drawing/2014/main" id="{9D6D223A-3B39-D705-40B9-A569094CB1A1}"/>
                </a:ext>
              </a:extLst>
            </p:cNvPr>
            <p:cNvSpPr/>
            <p:nvPr/>
          </p:nvSpPr>
          <p:spPr>
            <a:xfrm flipH="1">
              <a:off x="7052914" y="4364570"/>
              <a:ext cx="61087" cy="61090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10"/>
                    <a:pt x="234" y="1043"/>
                    <a:pt x="522" y="1043"/>
                  </a:cubicBezTo>
                  <a:cubicBezTo>
                    <a:pt x="809" y="1043"/>
                    <a:pt x="1043" y="809"/>
                    <a:pt x="1043" y="522"/>
                  </a:cubicBezTo>
                  <a:cubicBezTo>
                    <a:pt x="1043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2">
              <a:extLst>
                <a:ext uri="{FF2B5EF4-FFF2-40B4-BE49-F238E27FC236}">
                  <a16:creationId xmlns:a16="http://schemas.microsoft.com/office/drawing/2014/main" id="{7C38274B-539F-8987-84CA-354C5A4D9EE7}"/>
                </a:ext>
              </a:extLst>
            </p:cNvPr>
            <p:cNvSpPr/>
            <p:nvPr/>
          </p:nvSpPr>
          <p:spPr>
            <a:xfrm flipH="1">
              <a:off x="6980641" y="3894874"/>
              <a:ext cx="2065784" cy="1292479"/>
            </a:xfrm>
            <a:custGeom>
              <a:avLst/>
              <a:gdLst/>
              <a:ahLst/>
              <a:cxnLst/>
              <a:rect l="l" t="t" r="r" b="b"/>
              <a:pathLst>
                <a:path w="35305" h="22088" extrusionOk="0">
                  <a:moveTo>
                    <a:pt x="34068" y="0"/>
                  </a:moveTo>
                  <a:lnTo>
                    <a:pt x="34068" y="2"/>
                  </a:lnTo>
                  <a:cubicBezTo>
                    <a:pt x="33417" y="2"/>
                    <a:pt x="32889" y="505"/>
                    <a:pt x="32840" y="1142"/>
                  </a:cubicBezTo>
                  <a:lnTo>
                    <a:pt x="30174" y="1142"/>
                  </a:lnTo>
                  <a:cubicBezTo>
                    <a:pt x="30133" y="1142"/>
                    <a:pt x="30094" y="1159"/>
                    <a:pt x="30065" y="1187"/>
                  </a:cubicBezTo>
                  <a:lnTo>
                    <a:pt x="28175" y="3078"/>
                  </a:lnTo>
                  <a:lnTo>
                    <a:pt x="23925" y="3078"/>
                  </a:lnTo>
                  <a:lnTo>
                    <a:pt x="22560" y="1712"/>
                  </a:lnTo>
                  <a:cubicBezTo>
                    <a:pt x="22531" y="1684"/>
                    <a:pt x="22492" y="1667"/>
                    <a:pt x="22451" y="1667"/>
                  </a:cubicBezTo>
                  <a:lnTo>
                    <a:pt x="18617" y="1667"/>
                  </a:lnTo>
                  <a:cubicBezTo>
                    <a:pt x="18576" y="1667"/>
                    <a:pt x="18537" y="1684"/>
                    <a:pt x="18508" y="1712"/>
                  </a:cubicBezTo>
                  <a:lnTo>
                    <a:pt x="15949" y="4272"/>
                  </a:lnTo>
                  <a:lnTo>
                    <a:pt x="13335" y="4272"/>
                  </a:lnTo>
                  <a:cubicBezTo>
                    <a:pt x="13295" y="4272"/>
                    <a:pt x="13256" y="4288"/>
                    <a:pt x="13226" y="4317"/>
                  </a:cubicBezTo>
                  <a:lnTo>
                    <a:pt x="11853" y="5692"/>
                  </a:lnTo>
                  <a:cubicBezTo>
                    <a:pt x="11823" y="5720"/>
                    <a:pt x="11806" y="5759"/>
                    <a:pt x="11806" y="5800"/>
                  </a:cubicBezTo>
                  <a:lnTo>
                    <a:pt x="11806" y="10077"/>
                  </a:lnTo>
                  <a:lnTo>
                    <a:pt x="60" y="21825"/>
                  </a:lnTo>
                  <a:cubicBezTo>
                    <a:pt x="0" y="21884"/>
                    <a:pt x="0" y="21982"/>
                    <a:pt x="60" y="22041"/>
                  </a:cubicBezTo>
                  <a:cubicBezTo>
                    <a:pt x="90" y="22072"/>
                    <a:pt x="129" y="22087"/>
                    <a:pt x="169" y="22087"/>
                  </a:cubicBezTo>
                  <a:cubicBezTo>
                    <a:pt x="208" y="22087"/>
                    <a:pt x="247" y="22072"/>
                    <a:pt x="278" y="22041"/>
                  </a:cubicBezTo>
                  <a:lnTo>
                    <a:pt x="12070" y="10249"/>
                  </a:lnTo>
                  <a:cubicBezTo>
                    <a:pt x="12098" y="10220"/>
                    <a:pt x="12115" y="10181"/>
                    <a:pt x="12115" y="10140"/>
                  </a:cubicBezTo>
                  <a:lnTo>
                    <a:pt x="12115" y="5864"/>
                  </a:lnTo>
                  <a:lnTo>
                    <a:pt x="13399" y="4579"/>
                  </a:lnTo>
                  <a:lnTo>
                    <a:pt x="16013" y="4579"/>
                  </a:lnTo>
                  <a:cubicBezTo>
                    <a:pt x="16053" y="4579"/>
                    <a:pt x="16092" y="4563"/>
                    <a:pt x="16121" y="4534"/>
                  </a:cubicBezTo>
                  <a:lnTo>
                    <a:pt x="18681" y="1975"/>
                  </a:lnTo>
                  <a:lnTo>
                    <a:pt x="22387" y="1975"/>
                  </a:lnTo>
                  <a:lnTo>
                    <a:pt x="23754" y="3340"/>
                  </a:lnTo>
                  <a:cubicBezTo>
                    <a:pt x="23782" y="3369"/>
                    <a:pt x="23821" y="3385"/>
                    <a:pt x="23862" y="3385"/>
                  </a:cubicBezTo>
                  <a:lnTo>
                    <a:pt x="28239" y="3385"/>
                  </a:lnTo>
                  <a:cubicBezTo>
                    <a:pt x="28280" y="3385"/>
                    <a:pt x="28319" y="3369"/>
                    <a:pt x="28347" y="3340"/>
                  </a:cubicBezTo>
                  <a:lnTo>
                    <a:pt x="30238" y="1450"/>
                  </a:lnTo>
                  <a:lnTo>
                    <a:pt x="32852" y="1450"/>
                  </a:lnTo>
                  <a:cubicBezTo>
                    <a:pt x="32952" y="2031"/>
                    <a:pt x="33457" y="2476"/>
                    <a:pt x="34068" y="2476"/>
                  </a:cubicBezTo>
                  <a:cubicBezTo>
                    <a:pt x="34751" y="2476"/>
                    <a:pt x="35305" y="1922"/>
                    <a:pt x="35305" y="1238"/>
                  </a:cubicBezTo>
                  <a:cubicBezTo>
                    <a:pt x="35305" y="555"/>
                    <a:pt x="34751" y="0"/>
                    <a:pt x="34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2">
              <a:extLst>
                <a:ext uri="{FF2B5EF4-FFF2-40B4-BE49-F238E27FC236}">
                  <a16:creationId xmlns:a16="http://schemas.microsoft.com/office/drawing/2014/main" id="{F5136EF6-319E-2565-7973-B9CFAC816FFE}"/>
                </a:ext>
              </a:extLst>
            </p:cNvPr>
            <p:cNvSpPr/>
            <p:nvPr/>
          </p:nvSpPr>
          <p:spPr>
            <a:xfrm flipH="1">
              <a:off x="7022487" y="3936888"/>
              <a:ext cx="61029" cy="60973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2">
              <a:extLst>
                <a:ext uri="{FF2B5EF4-FFF2-40B4-BE49-F238E27FC236}">
                  <a16:creationId xmlns:a16="http://schemas.microsoft.com/office/drawing/2014/main" id="{1AE8ED68-C454-A687-A611-43B008AD596D}"/>
                </a:ext>
              </a:extLst>
            </p:cNvPr>
            <p:cNvSpPr/>
            <p:nvPr/>
          </p:nvSpPr>
          <p:spPr>
            <a:xfrm rot="2576386">
              <a:off x="6242491" y="4224239"/>
              <a:ext cx="548115" cy="1339655"/>
            </a:xfrm>
            <a:custGeom>
              <a:avLst/>
              <a:gdLst/>
              <a:ahLst/>
              <a:cxnLst/>
              <a:rect l="l" t="t" r="r" b="b"/>
              <a:pathLst>
                <a:path w="9367" h="22894" extrusionOk="0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2">
              <a:extLst>
                <a:ext uri="{FF2B5EF4-FFF2-40B4-BE49-F238E27FC236}">
                  <a16:creationId xmlns:a16="http://schemas.microsoft.com/office/drawing/2014/main" id="{91E2BAC9-FD52-195D-60FF-017000E48FCB}"/>
                </a:ext>
              </a:extLst>
            </p:cNvPr>
            <p:cNvSpPr/>
            <p:nvPr/>
          </p:nvSpPr>
          <p:spPr>
            <a:xfrm rot="2576386">
              <a:off x="6773597" y="4315172"/>
              <a:ext cx="61090" cy="60973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2">
              <a:extLst>
                <a:ext uri="{FF2B5EF4-FFF2-40B4-BE49-F238E27FC236}">
                  <a16:creationId xmlns:a16="http://schemas.microsoft.com/office/drawing/2014/main" id="{7EBAD5B3-E968-14CA-0EFF-5615C0B4B2A0}"/>
                </a:ext>
              </a:extLst>
            </p:cNvPr>
            <p:cNvSpPr/>
            <p:nvPr/>
          </p:nvSpPr>
          <p:spPr>
            <a:xfrm flipH="1">
              <a:off x="7555726" y="4571946"/>
              <a:ext cx="91631" cy="91752"/>
            </a:xfrm>
            <a:custGeom>
              <a:avLst/>
              <a:gdLst/>
              <a:ahLst/>
              <a:cxnLst/>
              <a:rect l="l" t="t" r="r" b="b"/>
              <a:pathLst>
                <a:path w="1566" h="1568" extrusionOk="0">
                  <a:moveTo>
                    <a:pt x="783" y="1"/>
                  </a:moveTo>
                  <a:cubicBezTo>
                    <a:pt x="351" y="1"/>
                    <a:pt x="1" y="352"/>
                    <a:pt x="1" y="783"/>
                  </a:cubicBezTo>
                  <a:cubicBezTo>
                    <a:pt x="1" y="1216"/>
                    <a:pt x="351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2">
              <a:extLst>
                <a:ext uri="{FF2B5EF4-FFF2-40B4-BE49-F238E27FC236}">
                  <a16:creationId xmlns:a16="http://schemas.microsoft.com/office/drawing/2014/main" id="{053349B1-45F1-44FF-9D1E-CF51DD045BE6}"/>
                </a:ext>
              </a:extLst>
            </p:cNvPr>
            <p:cNvSpPr/>
            <p:nvPr/>
          </p:nvSpPr>
          <p:spPr>
            <a:xfrm flipH="1">
              <a:off x="7467491" y="4483823"/>
              <a:ext cx="267987" cy="267999"/>
            </a:xfrm>
            <a:custGeom>
              <a:avLst/>
              <a:gdLst/>
              <a:ahLst/>
              <a:cxnLst/>
              <a:rect l="l" t="t" r="r" b="b"/>
              <a:pathLst>
                <a:path w="4580" h="4580" extrusionOk="0">
                  <a:moveTo>
                    <a:pt x="2289" y="154"/>
                  </a:moveTo>
                  <a:cubicBezTo>
                    <a:pt x="3467" y="154"/>
                    <a:pt x="4426" y="1112"/>
                    <a:pt x="4426" y="2289"/>
                  </a:cubicBezTo>
                  <a:cubicBezTo>
                    <a:pt x="4426" y="3468"/>
                    <a:pt x="3467" y="4426"/>
                    <a:pt x="2289" y="4426"/>
                  </a:cubicBezTo>
                  <a:cubicBezTo>
                    <a:pt x="1112" y="4426"/>
                    <a:pt x="154" y="3468"/>
                    <a:pt x="154" y="2289"/>
                  </a:cubicBezTo>
                  <a:cubicBezTo>
                    <a:pt x="154" y="1112"/>
                    <a:pt x="1112" y="154"/>
                    <a:pt x="2289" y="154"/>
                  </a:cubicBezTo>
                  <a:close/>
                  <a:moveTo>
                    <a:pt x="2289" y="1"/>
                  </a:moveTo>
                  <a:cubicBezTo>
                    <a:pt x="1027" y="1"/>
                    <a:pt x="1" y="1028"/>
                    <a:pt x="1" y="2289"/>
                  </a:cubicBezTo>
                  <a:cubicBezTo>
                    <a:pt x="1" y="3552"/>
                    <a:pt x="1027" y="4579"/>
                    <a:pt x="2289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1"/>
                    <a:pt x="2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2">
              <a:extLst>
                <a:ext uri="{FF2B5EF4-FFF2-40B4-BE49-F238E27FC236}">
                  <a16:creationId xmlns:a16="http://schemas.microsoft.com/office/drawing/2014/main" id="{EFD6AB7E-B9B3-A089-D3C9-CBF806C3F44E}"/>
                </a:ext>
              </a:extLst>
            </p:cNvPr>
            <p:cNvSpPr/>
            <p:nvPr/>
          </p:nvSpPr>
          <p:spPr>
            <a:xfrm rot="2576386">
              <a:off x="6188745" y="4762327"/>
              <a:ext cx="91635" cy="91694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2">
              <a:extLst>
                <a:ext uri="{FF2B5EF4-FFF2-40B4-BE49-F238E27FC236}">
                  <a16:creationId xmlns:a16="http://schemas.microsoft.com/office/drawing/2014/main" id="{DA5176CD-65BC-B958-8964-A03046F92464}"/>
                </a:ext>
              </a:extLst>
            </p:cNvPr>
            <p:cNvSpPr/>
            <p:nvPr/>
          </p:nvSpPr>
          <p:spPr>
            <a:xfrm rot="2576386">
              <a:off x="6100556" y="4674205"/>
              <a:ext cx="268001" cy="26794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2">
              <a:extLst>
                <a:ext uri="{FF2B5EF4-FFF2-40B4-BE49-F238E27FC236}">
                  <a16:creationId xmlns:a16="http://schemas.microsoft.com/office/drawing/2014/main" id="{A79DA77C-93E7-4317-8678-E52C87B4E401}"/>
                </a:ext>
              </a:extLst>
            </p:cNvPr>
            <p:cNvSpPr/>
            <p:nvPr/>
          </p:nvSpPr>
          <p:spPr>
            <a:xfrm flipH="1">
              <a:off x="7465557" y="4179196"/>
              <a:ext cx="138558" cy="138446"/>
            </a:xfrm>
            <a:custGeom>
              <a:avLst/>
              <a:gdLst/>
              <a:ahLst/>
              <a:cxnLst/>
              <a:rect l="l" t="t" r="r" b="b"/>
              <a:pathLst>
                <a:path w="2368" h="2366" extrusionOk="0">
                  <a:moveTo>
                    <a:pt x="1184" y="154"/>
                  </a:moveTo>
                  <a:cubicBezTo>
                    <a:pt x="1751" y="154"/>
                    <a:pt x="2214" y="615"/>
                    <a:pt x="2214" y="1182"/>
                  </a:cubicBezTo>
                  <a:cubicBezTo>
                    <a:pt x="2214" y="1750"/>
                    <a:pt x="1751" y="2212"/>
                    <a:pt x="1184" y="2212"/>
                  </a:cubicBezTo>
                  <a:cubicBezTo>
                    <a:pt x="617" y="2212"/>
                    <a:pt x="154" y="1750"/>
                    <a:pt x="154" y="1182"/>
                  </a:cubicBezTo>
                  <a:cubicBezTo>
                    <a:pt x="154" y="615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0"/>
                    <a:pt x="1" y="1182"/>
                  </a:cubicBezTo>
                  <a:cubicBezTo>
                    <a:pt x="1" y="1835"/>
                    <a:pt x="531" y="2366"/>
                    <a:pt x="1184" y="2366"/>
                  </a:cubicBezTo>
                  <a:cubicBezTo>
                    <a:pt x="1837" y="2366"/>
                    <a:pt x="2367" y="1835"/>
                    <a:pt x="2367" y="1182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4387;p72">
            <a:extLst>
              <a:ext uri="{FF2B5EF4-FFF2-40B4-BE49-F238E27FC236}">
                <a16:creationId xmlns:a16="http://schemas.microsoft.com/office/drawing/2014/main" id="{7D0DE717-57D0-58B1-5CB5-D185D69022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4783" y="1574290"/>
            <a:ext cx="3624600" cy="12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THANKS!</a:t>
            </a:r>
            <a:endParaRPr sz="6000" dirty="0"/>
          </a:p>
        </p:txBody>
      </p:sp>
      <p:sp>
        <p:nvSpPr>
          <p:cNvPr id="7" name="Google Shape;4388;p72">
            <a:extLst>
              <a:ext uri="{FF2B5EF4-FFF2-40B4-BE49-F238E27FC236}">
                <a16:creationId xmlns:a16="http://schemas.microsoft.com/office/drawing/2014/main" id="{B411D40B-12F5-E0E6-DB33-26CACEA6CD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80812" y="1548440"/>
            <a:ext cx="4361737" cy="16362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Mastodon @hamster@fosstodon.org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bsky</a:t>
            </a:r>
            <a:r>
              <a:rPr lang="en-US" dirty="0"/>
              <a:t> @hamster.dczia.net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Twitter @hamster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Discord @pcbhamster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Srsly that’s too many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8959678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able Logic Controller (PLC) by Slidesgo">
  <a:themeElements>
    <a:clrScheme name="Simple Light">
      <a:dk1>
        <a:srgbClr val="FFFFFF"/>
      </a:dk1>
      <a:lt1>
        <a:srgbClr val="003C6F"/>
      </a:lt1>
      <a:dk2>
        <a:srgbClr val="002448"/>
      </a:dk2>
      <a:lt2>
        <a:srgbClr val="0054AC"/>
      </a:lt2>
      <a:accent1>
        <a:srgbClr val="02FB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FB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</Words>
  <Application>Microsoft Office PowerPoint</Application>
  <PresentationFormat>On-screen Show (16:9)</PresentationFormat>
  <Paragraphs>146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Golos Text</vt:lpstr>
      <vt:lpstr>Roboto Mono</vt:lpstr>
      <vt:lpstr>Programmable Logic Controller (PLC) by Slidesgo</vt:lpstr>
      <vt:lpstr>Intro to Logic Analyzers</vt:lpstr>
      <vt:lpstr>Howdy</vt:lpstr>
      <vt:lpstr>BACKGROUND</vt:lpstr>
      <vt:lpstr>What is logic?</vt:lpstr>
      <vt:lpstr>What is not logic?</vt:lpstr>
      <vt:lpstr>What is a logic analyzer?</vt:lpstr>
      <vt:lpstr>What about an oscilloscope?</vt:lpstr>
      <vt:lpstr>What one to choose?</vt:lpstr>
      <vt:lpstr>What one to choose?</vt:lpstr>
      <vt:lpstr>PICKING A LOGIC ANALYZER</vt:lpstr>
      <vt:lpstr>What are the features?</vt:lpstr>
      <vt:lpstr>Channels</vt:lpstr>
      <vt:lpstr>Speed</vt:lpstr>
      <vt:lpstr>Buffer</vt:lpstr>
      <vt:lpstr>Software</vt:lpstr>
      <vt:lpstr>Cost</vt:lpstr>
      <vt:lpstr>CHEAP LOGIC ANALYZERS</vt:lpstr>
      <vt:lpstr>Logic Analyzers on the Cheap</vt:lpstr>
      <vt:lpstr>Logic Analyzers on the Cheap</vt:lpstr>
      <vt:lpstr>Logic Analyzers on the Cheap</vt:lpstr>
      <vt:lpstr>Logic Analyzers on the Cheap</vt:lpstr>
      <vt:lpstr>SETTING UP</vt:lpstr>
      <vt:lpstr>Circuit considerations</vt:lpstr>
      <vt:lpstr>Connecting</vt:lpstr>
      <vt:lpstr>Setting up</vt:lpstr>
      <vt:lpstr>Protocols</vt:lpstr>
      <vt:lpstr>Triggering</vt:lpstr>
      <vt:lpstr>RESULTS</vt:lpstr>
      <vt:lpstr>Example</vt:lpstr>
      <vt:lpstr>Example</vt:lpstr>
      <vt:lpstr>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hamster</dc:creator>
  <cp:lastModifiedBy>Steve B</cp:lastModifiedBy>
  <cp:revision>1</cp:revision>
  <dcterms:modified xsi:type="dcterms:W3CDTF">2025-10-23T07:53:30Z</dcterms:modified>
</cp:coreProperties>
</file>